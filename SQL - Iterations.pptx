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6" r:id="rId2"/>
    <p:sldId id="258" r:id="rId3"/>
    <p:sldId id="257" r:id="rId4"/>
    <p:sldId id="261" r:id="rId5"/>
    <p:sldId id="262" r:id="rId6"/>
    <p:sldId id="265" r:id="rId7"/>
    <p:sldId id="267" r:id="rId8"/>
    <p:sldId id="266" r:id="rId9"/>
    <p:sldId id="268" r:id="rId10"/>
    <p:sldId id="269" r:id="rId11"/>
    <p:sldId id="270" r:id="rId12"/>
    <p:sldId id="271" r:id="rId13"/>
    <p:sldId id="272" r:id="rId14"/>
    <p:sldId id="273" r:id="rId15"/>
    <p:sldId id="274"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5831FE-F5D1-414C-9C34-2F2F925504FD}" v="82" dt="2025-12-17T09:36:00.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3" d="2"/>
        <a:sy n="3" d="2"/>
      </p:scale>
      <p:origin x="0" y="-72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tha Raj P" userId="124712a1-398f-4542-b446-f9559174fb70" providerId="ADAL" clId="{87C3DAB3-2569-41DF-BC88-F3FE5BA5DD44}"/>
    <pc:docChg chg="undo redo custSel mod addSld delSld modSld sldOrd modMainMaster">
      <pc:chgData name="Anantha Raj P" userId="124712a1-398f-4542-b446-f9559174fb70" providerId="ADAL" clId="{87C3DAB3-2569-41DF-BC88-F3FE5BA5DD44}" dt="2025-12-17T10:59:55.367" v="1087" actId="20577"/>
      <pc:docMkLst>
        <pc:docMk/>
      </pc:docMkLst>
      <pc:sldChg chg="addSp modSp mod setBg">
        <pc:chgData name="Anantha Raj P" userId="124712a1-398f-4542-b446-f9559174fb70" providerId="ADAL" clId="{87C3DAB3-2569-41DF-BC88-F3FE5BA5DD44}" dt="2025-12-17T09:36:00.833" v="1047" actId="20577"/>
        <pc:sldMkLst>
          <pc:docMk/>
          <pc:sldMk cId="485207105" sldId="256"/>
        </pc:sldMkLst>
        <pc:spChg chg="mod">
          <ac:chgData name="Anantha Raj P" userId="124712a1-398f-4542-b446-f9559174fb70" providerId="ADAL" clId="{87C3DAB3-2569-41DF-BC88-F3FE5BA5DD44}" dt="2025-12-17T06:38:27.521" v="99" actId="26606"/>
          <ac:spMkLst>
            <pc:docMk/>
            <pc:sldMk cId="485207105" sldId="256"/>
            <ac:spMk id="2" creationId="{9C9E0832-2D8E-71F2-1C26-647C4F87C302}"/>
          </ac:spMkLst>
        </pc:spChg>
        <pc:spChg chg="mod">
          <ac:chgData name="Anantha Raj P" userId="124712a1-398f-4542-b446-f9559174fb70" providerId="ADAL" clId="{87C3DAB3-2569-41DF-BC88-F3FE5BA5DD44}" dt="2025-12-17T09:36:00.833" v="1047" actId="20577"/>
          <ac:spMkLst>
            <pc:docMk/>
            <pc:sldMk cId="485207105" sldId="256"/>
            <ac:spMk id="3" creationId="{5EBBD51A-4B65-919E-C0A2-5708C20BFA54}"/>
          </ac:spMkLst>
        </pc:spChg>
        <pc:spChg chg="add">
          <ac:chgData name="Anantha Raj P" userId="124712a1-398f-4542-b446-f9559174fb70" providerId="ADAL" clId="{87C3DAB3-2569-41DF-BC88-F3FE5BA5DD44}" dt="2025-12-17T06:38:27.521" v="99" actId="26606"/>
          <ac:spMkLst>
            <pc:docMk/>
            <pc:sldMk cId="485207105" sldId="256"/>
            <ac:spMk id="12" creationId="{F12E7CC5-C78B-4EBD-9565-3FA00FAA6CF2}"/>
          </ac:spMkLst>
        </pc:spChg>
        <pc:spChg chg="add">
          <ac:chgData name="Anantha Raj P" userId="124712a1-398f-4542-b446-f9559174fb70" providerId="ADAL" clId="{87C3DAB3-2569-41DF-BC88-F3FE5BA5DD44}" dt="2025-12-17T06:38:27.521" v="99" actId="26606"/>
          <ac:spMkLst>
            <pc:docMk/>
            <pc:sldMk cId="485207105" sldId="256"/>
            <ac:spMk id="14" creationId="{3A4529A5-F675-429F-8044-01372BB13422}"/>
          </ac:spMkLst>
        </pc:spChg>
        <pc:spChg chg="add">
          <ac:chgData name="Anantha Raj P" userId="124712a1-398f-4542-b446-f9559174fb70" providerId="ADAL" clId="{87C3DAB3-2569-41DF-BC88-F3FE5BA5DD44}" dt="2025-12-17T06:38:27.521" v="99" actId="26606"/>
          <ac:spMkLst>
            <pc:docMk/>
            <pc:sldMk cId="485207105" sldId="256"/>
            <ac:spMk id="16" creationId="{63DAB858-5A0C-4AFF-AAC6-705EDF8DB733}"/>
          </ac:spMkLst>
        </pc:spChg>
        <pc:picChg chg="mod ord">
          <ac:chgData name="Anantha Raj P" userId="124712a1-398f-4542-b446-f9559174fb70" providerId="ADAL" clId="{87C3DAB3-2569-41DF-BC88-F3FE5BA5DD44}" dt="2025-12-17T06:38:27.521" v="99" actId="26606"/>
          <ac:picMkLst>
            <pc:docMk/>
            <pc:sldMk cId="485207105" sldId="256"/>
            <ac:picMk id="7" creationId="{0B816AE1-1B8F-8477-EE63-5B314504D094}"/>
          </ac:picMkLst>
        </pc:picChg>
      </pc:sldChg>
      <pc:sldChg chg="addSp modSp new mod ord setBg">
        <pc:chgData name="Anantha Raj P" userId="124712a1-398f-4542-b446-f9559174fb70" providerId="ADAL" clId="{87C3DAB3-2569-41DF-BC88-F3FE5BA5DD44}" dt="2025-12-17T06:42:36.363" v="166" actId="26606"/>
        <pc:sldMkLst>
          <pc:docMk/>
          <pc:sldMk cId="2440718850" sldId="257"/>
        </pc:sldMkLst>
        <pc:spChg chg="mod">
          <ac:chgData name="Anantha Raj P" userId="124712a1-398f-4542-b446-f9559174fb70" providerId="ADAL" clId="{87C3DAB3-2569-41DF-BC88-F3FE5BA5DD44}" dt="2025-12-17T06:42:36.363" v="166" actId="26606"/>
          <ac:spMkLst>
            <pc:docMk/>
            <pc:sldMk cId="2440718850" sldId="257"/>
            <ac:spMk id="2" creationId="{9F043E66-CC57-6079-B28B-12305EDB6847}"/>
          </ac:spMkLst>
        </pc:spChg>
        <pc:spChg chg="mod">
          <ac:chgData name="Anantha Raj P" userId="124712a1-398f-4542-b446-f9559174fb70" providerId="ADAL" clId="{87C3DAB3-2569-41DF-BC88-F3FE5BA5DD44}" dt="2025-12-17T06:42:36.363" v="166" actId="26606"/>
          <ac:spMkLst>
            <pc:docMk/>
            <pc:sldMk cId="2440718850" sldId="257"/>
            <ac:spMk id="3" creationId="{60D96245-5F9B-5733-F1A2-B74E3A2398EF}"/>
          </ac:spMkLst>
        </pc:spChg>
        <pc:spChg chg="add">
          <ac:chgData name="Anantha Raj P" userId="124712a1-398f-4542-b446-f9559174fb70" providerId="ADAL" clId="{87C3DAB3-2569-41DF-BC88-F3FE5BA5DD44}" dt="2025-12-17T06:42:36.363" v="166" actId="26606"/>
          <ac:spMkLst>
            <pc:docMk/>
            <pc:sldMk cId="2440718850" sldId="257"/>
            <ac:spMk id="8" creationId="{C2554CA6-288E-4202-BC52-2E5A8F0C0AED}"/>
          </ac:spMkLst>
        </pc:spChg>
        <pc:spChg chg="add">
          <ac:chgData name="Anantha Raj P" userId="124712a1-398f-4542-b446-f9559174fb70" providerId="ADAL" clId="{87C3DAB3-2569-41DF-BC88-F3FE5BA5DD44}" dt="2025-12-17T06:42:36.363" v="166" actId="26606"/>
          <ac:spMkLst>
            <pc:docMk/>
            <pc:sldMk cId="2440718850" sldId="257"/>
            <ac:spMk id="10" creationId="{B10BB131-AC8E-4A8E-A5D1-36260F720C3B}"/>
          </ac:spMkLst>
        </pc:spChg>
        <pc:spChg chg="add">
          <ac:chgData name="Anantha Raj P" userId="124712a1-398f-4542-b446-f9559174fb70" providerId="ADAL" clId="{87C3DAB3-2569-41DF-BC88-F3FE5BA5DD44}" dt="2025-12-17T06:42:36.363" v="166" actId="26606"/>
          <ac:spMkLst>
            <pc:docMk/>
            <pc:sldMk cId="2440718850" sldId="257"/>
            <ac:spMk id="12" creationId="{5B7778FC-632E-4DCA-A7CB-0D7731CCF970}"/>
          </ac:spMkLst>
        </pc:spChg>
        <pc:spChg chg="add">
          <ac:chgData name="Anantha Raj P" userId="124712a1-398f-4542-b446-f9559174fb70" providerId="ADAL" clId="{87C3DAB3-2569-41DF-BC88-F3FE5BA5DD44}" dt="2025-12-17T06:42:36.363" v="166" actId="26606"/>
          <ac:spMkLst>
            <pc:docMk/>
            <pc:sldMk cId="2440718850" sldId="257"/>
            <ac:spMk id="14" creationId="{FA23A907-97FB-4A8F-880A-DD77401C4296}"/>
          </ac:spMkLst>
        </pc:spChg>
      </pc:sldChg>
      <pc:sldChg chg="addSp modSp new mod setBg modNotesTx">
        <pc:chgData name="Anantha Raj P" userId="124712a1-398f-4542-b446-f9559174fb70" providerId="ADAL" clId="{87C3DAB3-2569-41DF-BC88-F3FE5BA5DD44}" dt="2025-12-17T10:59:55.367" v="1087" actId="20577"/>
        <pc:sldMkLst>
          <pc:docMk/>
          <pc:sldMk cId="906450619" sldId="258"/>
        </pc:sldMkLst>
        <pc:spChg chg="mod">
          <ac:chgData name="Anantha Raj P" userId="124712a1-398f-4542-b446-f9559174fb70" providerId="ADAL" clId="{87C3DAB3-2569-41DF-BC88-F3FE5BA5DD44}" dt="2025-12-17T06:38:36.056" v="100" actId="26606"/>
          <ac:spMkLst>
            <pc:docMk/>
            <pc:sldMk cId="906450619" sldId="258"/>
            <ac:spMk id="2" creationId="{C93EF49D-AF16-E38A-B3A7-75FDEF9FEBDB}"/>
          </ac:spMkLst>
        </pc:spChg>
        <pc:spChg chg="mod">
          <ac:chgData name="Anantha Raj P" userId="124712a1-398f-4542-b446-f9559174fb70" providerId="ADAL" clId="{87C3DAB3-2569-41DF-BC88-F3FE5BA5DD44}" dt="2025-12-17T06:38:36.056" v="100" actId="26606"/>
          <ac:spMkLst>
            <pc:docMk/>
            <pc:sldMk cId="906450619" sldId="258"/>
            <ac:spMk id="3" creationId="{62EDD592-DFF4-7C4B-8640-C6D22387940F}"/>
          </ac:spMkLst>
        </pc:spChg>
        <pc:spChg chg="add">
          <ac:chgData name="Anantha Raj P" userId="124712a1-398f-4542-b446-f9559174fb70" providerId="ADAL" clId="{87C3DAB3-2569-41DF-BC88-F3FE5BA5DD44}" dt="2025-12-17T06:38:36.056" v="100" actId="26606"/>
          <ac:spMkLst>
            <pc:docMk/>
            <pc:sldMk cId="906450619" sldId="258"/>
            <ac:spMk id="8" creationId="{C2554CA6-288E-4202-BC52-2E5A8F0C0AED}"/>
          </ac:spMkLst>
        </pc:spChg>
        <pc:spChg chg="add">
          <ac:chgData name="Anantha Raj P" userId="124712a1-398f-4542-b446-f9559174fb70" providerId="ADAL" clId="{87C3DAB3-2569-41DF-BC88-F3FE5BA5DD44}" dt="2025-12-17T06:38:36.056" v="100" actId="26606"/>
          <ac:spMkLst>
            <pc:docMk/>
            <pc:sldMk cId="906450619" sldId="258"/>
            <ac:spMk id="10" creationId="{B10BB131-AC8E-4A8E-A5D1-36260F720C3B}"/>
          </ac:spMkLst>
        </pc:spChg>
        <pc:spChg chg="add">
          <ac:chgData name="Anantha Raj P" userId="124712a1-398f-4542-b446-f9559174fb70" providerId="ADAL" clId="{87C3DAB3-2569-41DF-BC88-F3FE5BA5DD44}" dt="2025-12-17T06:38:36.056" v="100" actId="26606"/>
          <ac:spMkLst>
            <pc:docMk/>
            <pc:sldMk cId="906450619" sldId="258"/>
            <ac:spMk id="12" creationId="{5B7778FC-632E-4DCA-A7CB-0D7731CCF970}"/>
          </ac:spMkLst>
        </pc:spChg>
        <pc:spChg chg="add">
          <ac:chgData name="Anantha Raj P" userId="124712a1-398f-4542-b446-f9559174fb70" providerId="ADAL" clId="{87C3DAB3-2569-41DF-BC88-F3FE5BA5DD44}" dt="2025-12-17T06:38:36.056" v="100" actId="26606"/>
          <ac:spMkLst>
            <pc:docMk/>
            <pc:sldMk cId="906450619" sldId="258"/>
            <ac:spMk id="14" creationId="{FA23A907-97FB-4A8F-880A-DD77401C4296}"/>
          </ac:spMkLst>
        </pc:spChg>
      </pc:sldChg>
      <pc:sldChg chg="addSp modSp new del mod setBg">
        <pc:chgData name="Anantha Raj P" userId="124712a1-398f-4542-b446-f9559174fb70" providerId="ADAL" clId="{87C3DAB3-2569-41DF-BC88-F3FE5BA5DD44}" dt="2025-12-17T06:46:03.185" v="183" actId="2696"/>
        <pc:sldMkLst>
          <pc:docMk/>
          <pc:sldMk cId="2390232599" sldId="259"/>
        </pc:sldMkLst>
        <pc:spChg chg="mod">
          <ac:chgData name="Anantha Raj P" userId="124712a1-398f-4542-b446-f9559174fb70" providerId="ADAL" clId="{87C3DAB3-2569-41DF-BC88-F3FE5BA5DD44}" dt="2025-12-17T06:42:46.166" v="167" actId="26606"/>
          <ac:spMkLst>
            <pc:docMk/>
            <pc:sldMk cId="2390232599" sldId="259"/>
            <ac:spMk id="2" creationId="{4F5ECFAD-4F1E-4B1B-41EA-CD30CAAFC5BF}"/>
          </ac:spMkLst>
        </pc:spChg>
        <pc:spChg chg="mod">
          <ac:chgData name="Anantha Raj P" userId="124712a1-398f-4542-b446-f9559174fb70" providerId="ADAL" clId="{87C3DAB3-2569-41DF-BC88-F3FE5BA5DD44}" dt="2025-12-17T06:42:46.166" v="167" actId="26606"/>
          <ac:spMkLst>
            <pc:docMk/>
            <pc:sldMk cId="2390232599" sldId="259"/>
            <ac:spMk id="3" creationId="{319498A7-6856-ACF0-D4AE-C847CE3C5FBC}"/>
          </ac:spMkLst>
        </pc:spChg>
        <pc:spChg chg="add">
          <ac:chgData name="Anantha Raj P" userId="124712a1-398f-4542-b446-f9559174fb70" providerId="ADAL" clId="{87C3DAB3-2569-41DF-BC88-F3FE5BA5DD44}" dt="2025-12-17T06:42:46.166" v="167" actId="26606"/>
          <ac:spMkLst>
            <pc:docMk/>
            <pc:sldMk cId="2390232599" sldId="259"/>
            <ac:spMk id="10" creationId="{1CD81A2A-6ED4-4EF4-A14C-912D31E14800}"/>
          </ac:spMkLst>
        </pc:spChg>
        <pc:spChg chg="add">
          <ac:chgData name="Anantha Raj P" userId="124712a1-398f-4542-b446-f9559174fb70" providerId="ADAL" clId="{87C3DAB3-2569-41DF-BC88-F3FE5BA5DD44}" dt="2025-12-17T06:42:46.166" v="167" actId="26606"/>
          <ac:spMkLst>
            <pc:docMk/>
            <pc:sldMk cId="2390232599" sldId="259"/>
            <ac:spMk id="12" creationId="{1661932C-CA15-4E17-B115-FAE7CBEE4789}"/>
          </ac:spMkLst>
        </pc:spChg>
        <pc:spChg chg="add">
          <ac:chgData name="Anantha Raj P" userId="124712a1-398f-4542-b446-f9559174fb70" providerId="ADAL" clId="{87C3DAB3-2569-41DF-BC88-F3FE5BA5DD44}" dt="2025-12-17T06:42:46.166" v="167" actId="26606"/>
          <ac:spMkLst>
            <pc:docMk/>
            <pc:sldMk cId="2390232599" sldId="259"/>
            <ac:spMk id="14" creationId="{8590ADD5-9383-4D3D-9047-3DA2593CCB5D}"/>
          </ac:spMkLst>
        </pc:spChg>
        <pc:spChg chg="add">
          <ac:chgData name="Anantha Raj P" userId="124712a1-398f-4542-b446-f9559174fb70" providerId="ADAL" clId="{87C3DAB3-2569-41DF-BC88-F3FE5BA5DD44}" dt="2025-12-17T06:42:46.166" v="167" actId="26606"/>
          <ac:spMkLst>
            <pc:docMk/>
            <pc:sldMk cId="2390232599" sldId="259"/>
            <ac:spMk id="16" creationId="{DABE3E45-88CF-45D8-8D40-C773324D93F6}"/>
          </ac:spMkLst>
        </pc:spChg>
        <pc:spChg chg="add">
          <ac:chgData name="Anantha Raj P" userId="124712a1-398f-4542-b446-f9559174fb70" providerId="ADAL" clId="{87C3DAB3-2569-41DF-BC88-F3FE5BA5DD44}" dt="2025-12-17T06:42:46.166" v="167" actId="26606"/>
          <ac:spMkLst>
            <pc:docMk/>
            <pc:sldMk cId="2390232599" sldId="259"/>
            <ac:spMk id="20" creationId="{B91ECDA9-56DC-4270-8F33-01C5637B8CEB}"/>
          </ac:spMkLst>
        </pc:spChg>
        <pc:spChg chg="add">
          <ac:chgData name="Anantha Raj P" userId="124712a1-398f-4542-b446-f9559174fb70" providerId="ADAL" clId="{87C3DAB3-2569-41DF-BC88-F3FE5BA5DD44}" dt="2025-12-17T06:42:46.166" v="167" actId="26606"/>
          <ac:spMkLst>
            <pc:docMk/>
            <pc:sldMk cId="2390232599" sldId="259"/>
            <ac:spMk id="22" creationId="{75F47824-961D-465D-84F9-EAE11BC6173B}"/>
          </ac:spMkLst>
        </pc:spChg>
        <pc:spChg chg="add">
          <ac:chgData name="Anantha Raj P" userId="124712a1-398f-4542-b446-f9559174fb70" providerId="ADAL" clId="{87C3DAB3-2569-41DF-BC88-F3FE5BA5DD44}" dt="2025-12-17T06:42:46.166" v="167" actId="26606"/>
          <ac:spMkLst>
            <pc:docMk/>
            <pc:sldMk cId="2390232599" sldId="259"/>
            <ac:spMk id="24" creationId="{FEC9DA3E-C1D7-472D-B7C0-F71AE41FBA23}"/>
          </ac:spMkLst>
        </pc:spChg>
        <pc:picChg chg="add mod">
          <ac:chgData name="Anantha Raj P" userId="124712a1-398f-4542-b446-f9559174fb70" providerId="ADAL" clId="{87C3DAB3-2569-41DF-BC88-F3FE5BA5DD44}" dt="2025-12-17T06:42:46.166" v="167" actId="26606"/>
          <ac:picMkLst>
            <pc:docMk/>
            <pc:sldMk cId="2390232599" sldId="259"/>
            <ac:picMk id="5" creationId="{10B33135-A70C-C20E-DD07-20752063343E}"/>
          </ac:picMkLst>
        </pc:picChg>
      </pc:sldChg>
      <pc:sldChg chg="addSp modSp new del mod">
        <pc:chgData name="Anantha Raj P" userId="124712a1-398f-4542-b446-f9559174fb70" providerId="ADAL" clId="{87C3DAB3-2569-41DF-BC88-F3FE5BA5DD44}" dt="2025-12-17T06:51:35.017" v="222" actId="2696"/>
        <pc:sldMkLst>
          <pc:docMk/>
          <pc:sldMk cId="234895841" sldId="260"/>
        </pc:sldMkLst>
        <pc:spChg chg="mod">
          <ac:chgData name="Anantha Raj P" userId="124712a1-398f-4542-b446-f9559174fb70" providerId="ADAL" clId="{87C3DAB3-2569-41DF-BC88-F3FE5BA5DD44}" dt="2025-12-17T06:40:40.531" v="160" actId="20577"/>
          <ac:spMkLst>
            <pc:docMk/>
            <pc:sldMk cId="234895841" sldId="260"/>
            <ac:spMk id="2" creationId="{EA0B3CC5-C4C6-0372-FDAD-DF5E63485973}"/>
          </ac:spMkLst>
        </pc:spChg>
        <pc:spChg chg="mod">
          <ac:chgData name="Anantha Raj P" userId="124712a1-398f-4542-b446-f9559174fb70" providerId="ADAL" clId="{87C3DAB3-2569-41DF-BC88-F3FE5BA5DD44}" dt="2025-12-17T06:40:24.853" v="152" actId="27636"/>
          <ac:spMkLst>
            <pc:docMk/>
            <pc:sldMk cId="234895841" sldId="260"/>
            <ac:spMk id="3" creationId="{415070D5-A061-3C80-3118-5CE8CC5BFB72}"/>
          </ac:spMkLst>
        </pc:spChg>
        <pc:picChg chg="add mod">
          <ac:chgData name="Anantha Raj P" userId="124712a1-398f-4542-b446-f9559174fb70" providerId="ADAL" clId="{87C3DAB3-2569-41DF-BC88-F3FE5BA5DD44}" dt="2025-12-17T06:47:00.663" v="194" actId="1076"/>
          <ac:picMkLst>
            <pc:docMk/>
            <pc:sldMk cId="234895841" sldId="260"/>
            <ac:picMk id="5" creationId="{50D7A338-EB87-8E0B-A3DE-4C1FABB3D056}"/>
          </ac:picMkLst>
        </pc:picChg>
      </pc:sldChg>
      <pc:sldChg chg="addSp delSp modSp add mod">
        <pc:chgData name="Anantha Raj P" userId="124712a1-398f-4542-b446-f9559174fb70" providerId="ADAL" clId="{87C3DAB3-2569-41DF-BC88-F3FE5BA5DD44}" dt="2025-12-17T06:55:33.465" v="267" actId="693"/>
        <pc:sldMkLst>
          <pc:docMk/>
          <pc:sldMk cId="1916323194" sldId="261"/>
        </pc:sldMkLst>
        <pc:spChg chg="mod">
          <ac:chgData name="Anantha Raj P" userId="124712a1-398f-4542-b446-f9559174fb70" providerId="ADAL" clId="{87C3DAB3-2569-41DF-BC88-F3FE5BA5DD44}" dt="2025-12-17T06:44:57.964" v="178"/>
          <ac:spMkLst>
            <pc:docMk/>
            <pc:sldMk cId="1916323194" sldId="261"/>
            <ac:spMk id="2" creationId="{AFCB8974-9D6A-6FC9-C130-98B9E408931A}"/>
          </ac:spMkLst>
        </pc:spChg>
        <pc:spChg chg="del mod">
          <ac:chgData name="Anantha Raj P" userId="124712a1-398f-4542-b446-f9559174fb70" providerId="ADAL" clId="{87C3DAB3-2569-41DF-BC88-F3FE5BA5DD44}" dt="2025-12-17T06:43:49.038" v="170"/>
          <ac:spMkLst>
            <pc:docMk/>
            <pc:sldMk cId="1916323194" sldId="261"/>
            <ac:spMk id="3" creationId="{23498339-CC74-10DA-AE42-F66227148534}"/>
          </ac:spMkLst>
        </pc:spChg>
        <pc:spChg chg="add mod">
          <ac:chgData name="Anantha Raj P" userId="124712a1-398f-4542-b446-f9559174fb70" providerId="ADAL" clId="{87C3DAB3-2569-41DF-BC88-F3FE5BA5DD44}" dt="2025-12-17T06:47:57.932" v="200" actId="27636"/>
          <ac:spMkLst>
            <pc:docMk/>
            <pc:sldMk cId="1916323194" sldId="261"/>
            <ac:spMk id="4" creationId="{51016A43-BB96-FD64-F1CF-A575FBB3AB7D}"/>
          </ac:spMkLst>
        </pc:spChg>
        <pc:picChg chg="add mod modCrop">
          <ac:chgData name="Anantha Raj P" userId="124712a1-398f-4542-b446-f9559174fb70" providerId="ADAL" clId="{87C3DAB3-2569-41DF-BC88-F3FE5BA5DD44}" dt="2025-12-17T06:55:33.465" v="267" actId="693"/>
          <ac:picMkLst>
            <pc:docMk/>
            <pc:sldMk cId="1916323194" sldId="261"/>
            <ac:picMk id="5" creationId="{B50249C1-376E-02F5-D954-B214D6DC90DD}"/>
          </ac:picMkLst>
        </pc:picChg>
      </pc:sldChg>
      <pc:sldChg chg="addSp delSp modSp add mod">
        <pc:chgData name="Anantha Raj P" userId="124712a1-398f-4542-b446-f9559174fb70" providerId="ADAL" clId="{87C3DAB3-2569-41DF-BC88-F3FE5BA5DD44}" dt="2025-12-17T06:55:21.832" v="266" actId="693"/>
        <pc:sldMkLst>
          <pc:docMk/>
          <pc:sldMk cId="1013472708" sldId="262"/>
        </pc:sldMkLst>
        <pc:spChg chg="mod">
          <ac:chgData name="Anantha Raj P" userId="124712a1-398f-4542-b446-f9559174fb70" providerId="ADAL" clId="{87C3DAB3-2569-41DF-BC88-F3FE5BA5DD44}" dt="2025-12-17T06:46:13.862" v="191" actId="20577"/>
          <ac:spMkLst>
            <pc:docMk/>
            <pc:sldMk cId="1013472708" sldId="262"/>
            <ac:spMk id="2" creationId="{EC349151-0457-9FEB-BA56-6814320EE585}"/>
          </ac:spMkLst>
        </pc:spChg>
        <pc:spChg chg="mod">
          <ac:chgData name="Anantha Raj P" userId="124712a1-398f-4542-b446-f9559174fb70" providerId="ADAL" clId="{87C3DAB3-2569-41DF-BC88-F3FE5BA5DD44}" dt="2025-12-17T06:54:03.630" v="258" actId="20577"/>
          <ac:spMkLst>
            <pc:docMk/>
            <pc:sldMk cId="1013472708" sldId="262"/>
            <ac:spMk id="4" creationId="{44098A95-F5F6-5382-B156-0840B905E612}"/>
          </ac:spMkLst>
        </pc:spChg>
        <pc:picChg chg="add mod modCrop">
          <ac:chgData name="Anantha Raj P" userId="124712a1-398f-4542-b446-f9559174fb70" providerId="ADAL" clId="{87C3DAB3-2569-41DF-BC88-F3FE5BA5DD44}" dt="2025-12-17T06:55:21.832" v="266" actId="693"/>
          <ac:picMkLst>
            <pc:docMk/>
            <pc:sldMk cId="1013472708" sldId="262"/>
            <ac:picMk id="3" creationId="{3D2EBDD5-99FC-2987-16AD-546A0C7B4C38}"/>
          </ac:picMkLst>
        </pc:picChg>
        <pc:picChg chg="del">
          <ac:chgData name="Anantha Raj P" userId="124712a1-398f-4542-b446-f9559174fb70" providerId="ADAL" clId="{87C3DAB3-2569-41DF-BC88-F3FE5BA5DD44}" dt="2025-12-17T06:46:53.762" v="193" actId="478"/>
          <ac:picMkLst>
            <pc:docMk/>
            <pc:sldMk cId="1013472708" sldId="262"/>
            <ac:picMk id="5" creationId="{3CABB494-94E2-F9C8-4623-0479729FA18D}"/>
          </ac:picMkLst>
        </pc:picChg>
      </pc:sldChg>
      <pc:sldChg chg="new del">
        <pc:chgData name="Anantha Raj P" userId="124712a1-398f-4542-b446-f9559174fb70" providerId="ADAL" clId="{87C3DAB3-2569-41DF-BC88-F3FE5BA5DD44}" dt="2025-12-17T08:35:16.491" v="976" actId="2696"/>
        <pc:sldMkLst>
          <pc:docMk/>
          <pc:sldMk cId="557319781" sldId="263"/>
        </pc:sldMkLst>
      </pc:sldChg>
      <pc:sldChg chg="add del">
        <pc:chgData name="Anantha Raj P" userId="124712a1-398f-4542-b446-f9559174fb70" providerId="ADAL" clId="{87C3DAB3-2569-41DF-BC88-F3FE5BA5DD44}" dt="2025-12-17T08:35:18.789" v="977" actId="2696"/>
        <pc:sldMkLst>
          <pc:docMk/>
          <pc:sldMk cId="2145134308" sldId="264"/>
        </pc:sldMkLst>
      </pc:sldChg>
      <pc:sldChg chg="addSp delSp modSp add mod">
        <pc:chgData name="Anantha Raj P" userId="124712a1-398f-4542-b446-f9559174fb70" providerId="ADAL" clId="{87C3DAB3-2569-41DF-BC88-F3FE5BA5DD44}" dt="2025-12-17T06:54:54.581" v="263" actId="693"/>
        <pc:sldMkLst>
          <pc:docMk/>
          <pc:sldMk cId="1863723412" sldId="265"/>
        </pc:sldMkLst>
        <pc:spChg chg="mod">
          <ac:chgData name="Anantha Raj P" userId="124712a1-398f-4542-b446-f9559174fb70" providerId="ADAL" clId="{87C3DAB3-2569-41DF-BC88-F3FE5BA5DD44}" dt="2025-12-17T06:52:15.077" v="232" actId="20577"/>
          <ac:spMkLst>
            <pc:docMk/>
            <pc:sldMk cId="1863723412" sldId="265"/>
            <ac:spMk id="2" creationId="{8BFD3DCC-3342-F184-B0D5-F9D748C8603C}"/>
          </ac:spMkLst>
        </pc:spChg>
        <pc:spChg chg="mod">
          <ac:chgData name="Anantha Raj P" userId="124712a1-398f-4542-b446-f9559174fb70" providerId="ADAL" clId="{87C3DAB3-2569-41DF-BC88-F3FE5BA5DD44}" dt="2025-12-17T06:52:48.223" v="242" actId="27636"/>
          <ac:spMkLst>
            <pc:docMk/>
            <pc:sldMk cId="1863723412" sldId="265"/>
            <ac:spMk id="4" creationId="{8B286CC9-D574-3357-1F01-EA7B26ABECA9}"/>
          </ac:spMkLst>
        </pc:spChg>
        <pc:picChg chg="del">
          <ac:chgData name="Anantha Raj P" userId="124712a1-398f-4542-b446-f9559174fb70" providerId="ADAL" clId="{87C3DAB3-2569-41DF-BC88-F3FE5BA5DD44}" dt="2025-12-17T06:52:52.678" v="243" actId="478"/>
          <ac:picMkLst>
            <pc:docMk/>
            <pc:sldMk cId="1863723412" sldId="265"/>
            <ac:picMk id="3" creationId="{90254862-8D44-86F8-1DED-B85BB537C042}"/>
          </ac:picMkLst>
        </pc:picChg>
        <pc:picChg chg="add mod">
          <ac:chgData name="Anantha Raj P" userId="124712a1-398f-4542-b446-f9559174fb70" providerId="ADAL" clId="{87C3DAB3-2569-41DF-BC88-F3FE5BA5DD44}" dt="2025-12-17T06:54:54.581" v="263" actId="693"/>
          <ac:picMkLst>
            <pc:docMk/>
            <pc:sldMk cId="1863723412" sldId="265"/>
            <ac:picMk id="6" creationId="{C6528403-9FF6-AC92-E8D6-AFCCD3C77C65}"/>
          </ac:picMkLst>
        </pc:picChg>
      </pc:sldChg>
      <pc:sldChg chg="delSp modSp add mod">
        <pc:chgData name="Anantha Raj P" userId="124712a1-398f-4542-b446-f9559174fb70" providerId="ADAL" clId="{87C3DAB3-2569-41DF-BC88-F3FE5BA5DD44}" dt="2025-12-17T07:03:20.139" v="379" actId="27636"/>
        <pc:sldMkLst>
          <pc:docMk/>
          <pc:sldMk cId="1348541846" sldId="266"/>
        </pc:sldMkLst>
        <pc:spChg chg="mod">
          <ac:chgData name="Anantha Raj P" userId="124712a1-398f-4542-b446-f9559174fb70" providerId="ADAL" clId="{87C3DAB3-2569-41DF-BC88-F3FE5BA5DD44}" dt="2025-12-17T07:02:59.093" v="375" actId="313"/>
          <ac:spMkLst>
            <pc:docMk/>
            <pc:sldMk cId="1348541846" sldId="266"/>
            <ac:spMk id="2" creationId="{BD443932-EA35-0AC0-C1A9-F06881B5BC60}"/>
          </ac:spMkLst>
        </pc:spChg>
        <pc:spChg chg="mod">
          <ac:chgData name="Anantha Raj P" userId="124712a1-398f-4542-b446-f9559174fb70" providerId="ADAL" clId="{87C3DAB3-2569-41DF-BC88-F3FE5BA5DD44}" dt="2025-12-17T07:03:20.139" v="379" actId="27636"/>
          <ac:spMkLst>
            <pc:docMk/>
            <pc:sldMk cId="1348541846" sldId="266"/>
            <ac:spMk id="4" creationId="{8EAF2A2B-8845-9398-DF88-329BA9A79914}"/>
          </ac:spMkLst>
        </pc:spChg>
        <pc:picChg chg="del">
          <ac:chgData name="Anantha Raj P" userId="124712a1-398f-4542-b446-f9559174fb70" providerId="ADAL" clId="{87C3DAB3-2569-41DF-BC88-F3FE5BA5DD44}" dt="2025-12-17T06:59:34.815" v="323" actId="478"/>
          <ac:picMkLst>
            <pc:docMk/>
            <pc:sldMk cId="1348541846" sldId="266"/>
            <ac:picMk id="6" creationId="{E25A6755-7737-46F5-D825-06B7EF44E8EF}"/>
          </ac:picMkLst>
        </pc:picChg>
      </pc:sldChg>
      <pc:sldChg chg="addSp delSp modSp add mod">
        <pc:chgData name="Anantha Raj P" userId="124712a1-398f-4542-b446-f9559174fb70" providerId="ADAL" clId="{87C3DAB3-2569-41DF-BC88-F3FE5BA5DD44}" dt="2025-12-17T06:58:56.071" v="322" actId="20577"/>
        <pc:sldMkLst>
          <pc:docMk/>
          <pc:sldMk cId="1757143087" sldId="267"/>
        </pc:sldMkLst>
        <pc:spChg chg="mod">
          <ac:chgData name="Anantha Raj P" userId="124712a1-398f-4542-b446-f9559174fb70" providerId="ADAL" clId="{87C3DAB3-2569-41DF-BC88-F3FE5BA5DD44}" dt="2025-12-17T06:58:56.071" v="322" actId="20577"/>
          <ac:spMkLst>
            <pc:docMk/>
            <pc:sldMk cId="1757143087" sldId="267"/>
            <ac:spMk id="2" creationId="{B6C20896-25DC-EB46-510A-E57E67DB795E}"/>
          </ac:spMkLst>
        </pc:spChg>
        <pc:spChg chg="mod">
          <ac:chgData name="Anantha Raj P" userId="124712a1-398f-4542-b446-f9559174fb70" providerId="ADAL" clId="{87C3DAB3-2569-41DF-BC88-F3FE5BA5DD44}" dt="2025-12-17T06:57:22.700" v="282" actId="6549"/>
          <ac:spMkLst>
            <pc:docMk/>
            <pc:sldMk cId="1757143087" sldId="267"/>
            <ac:spMk id="4" creationId="{D3B781F7-5146-6ECA-6E1A-329F0FCB54F9}"/>
          </ac:spMkLst>
        </pc:spChg>
        <pc:picChg chg="add mod">
          <ac:chgData name="Anantha Raj P" userId="124712a1-398f-4542-b446-f9559174fb70" providerId="ADAL" clId="{87C3DAB3-2569-41DF-BC88-F3FE5BA5DD44}" dt="2025-12-17T06:58:19.638" v="291" actId="1076"/>
          <ac:picMkLst>
            <pc:docMk/>
            <pc:sldMk cId="1757143087" sldId="267"/>
            <ac:picMk id="5" creationId="{E44021F9-98B9-C77D-38BB-1852579AB9A7}"/>
          </ac:picMkLst>
        </pc:picChg>
        <pc:picChg chg="del">
          <ac:chgData name="Anantha Raj P" userId="124712a1-398f-4542-b446-f9559174fb70" providerId="ADAL" clId="{87C3DAB3-2569-41DF-BC88-F3FE5BA5DD44}" dt="2025-12-17T06:57:14.099" v="277" actId="478"/>
          <ac:picMkLst>
            <pc:docMk/>
            <pc:sldMk cId="1757143087" sldId="267"/>
            <ac:picMk id="6" creationId="{E2625FA4-2284-A481-832F-594EF3FD0EBB}"/>
          </ac:picMkLst>
        </pc:picChg>
      </pc:sldChg>
      <pc:sldChg chg="modSp add mod">
        <pc:chgData name="Anantha Raj P" userId="124712a1-398f-4542-b446-f9559174fb70" providerId="ADAL" clId="{87C3DAB3-2569-41DF-BC88-F3FE5BA5DD44}" dt="2025-12-17T07:03:09.352" v="377" actId="27636"/>
        <pc:sldMkLst>
          <pc:docMk/>
          <pc:sldMk cId="2364427696" sldId="268"/>
        </pc:sldMkLst>
        <pc:spChg chg="mod">
          <ac:chgData name="Anantha Raj P" userId="124712a1-398f-4542-b446-f9559174fb70" providerId="ADAL" clId="{87C3DAB3-2569-41DF-BC88-F3FE5BA5DD44}" dt="2025-12-17T07:02:55.350" v="374" actId="313"/>
          <ac:spMkLst>
            <pc:docMk/>
            <pc:sldMk cId="2364427696" sldId="268"/>
            <ac:spMk id="2" creationId="{D1708ACC-A0B5-F269-81A4-C1AE3DC68AC4}"/>
          </ac:spMkLst>
        </pc:spChg>
        <pc:spChg chg="mod">
          <ac:chgData name="Anantha Raj P" userId="124712a1-398f-4542-b446-f9559174fb70" providerId="ADAL" clId="{87C3DAB3-2569-41DF-BC88-F3FE5BA5DD44}" dt="2025-12-17T07:03:09.352" v="377" actId="27636"/>
          <ac:spMkLst>
            <pc:docMk/>
            <pc:sldMk cId="2364427696" sldId="268"/>
            <ac:spMk id="4" creationId="{86807463-22CB-4116-2C4F-85739048CB9A}"/>
          </ac:spMkLst>
        </pc:spChg>
      </pc:sldChg>
      <pc:sldChg chg="addSp delSp modSp add mod">
        <pc:chgData name="Anantha Raj P" userId="124712a1-398f-4542-b446-f9559174fb70" providerId="ADAL" clId="{87C3DAB3-2569-41DF-BC88-F3FE5BA5DD44}" dt="2025-12-17T07:07:10.729" v="431" actId="14100"/>
        <pc:sldMkLst>
          <pc:docMk/>
          <pc:sldMk cId="4006529039" sldId="269"/>
        </pc:sldMkLst>
        <pc:spChg chg="mod">
          <ac:chgData name="Anantha Raj P" userId="124712a1-398f-4542-b446-f9559174fb70" providerId="ADAL" clId="{87C3DAB3-2569-41DF-BC88-F3FE5BA5DD44}" dt="2025-12-17T07:03:44.835" v="394" actId="20577"/>
          <ac:spMkLst>
            <pc:docMk/>
            <pc:sldMk cId="4006529039" sldId="269"/>
            <ac:spMk id="2" creationId="{A90E3070-C1F4-7AFD-1320-0964456D8D55}"/>
          </ac:spMkLst>
        </pc:spChg>
        <pc:spChg chg="add del mod">
          <ac:chgData name="Anantha Raj P" userId="124712a1-398f-4542-b446-f9559174fb70" providerId="ADAL" clId="{87C3DAB3-2569-41DF-BC88-F3FE5BA5DD44}" dt="2025-12-17T07:04:08.090" v="399" actId="478"/>
          <ac:spMkLst>
            <pc:docMk/>
            <pc:sldMk cId="4006529039" sldId="269"/>
            <ac:spMk id="4" creationId="{3D3172C2-9E56-BDC5-58EE-EDB6A3675509}"/>
          </ac:spMkLst>
        </pc:spChg>
        <pc:spChg chg="add del mod">
          <ac:chgData name="Anantha Raj P" userId="124712a1-398f-4542-b446-f9559174fb70" providerId="ADAL" clId="{87C3DAB3-2569-41DF-BC88-F3FE5BA5DD44}" dt="2025-12-17T07:04:05.334" v="398" actId="478"/>
          <ac:spMkLst>
            <pc:docMk/>
            <pc:sldMk cId="4006529039" sldId="269"/>
            <ac:spMk id="5" creationId="{D8306B9B-554A-AD0F-4C7E-D5D4D7EC2357}"/>
          </ac:spMkLst>
        </pc:spChg>
        <pc:spChg chg="add del mod">
          <ac:chgData name="Anantha Raj P" userId="124712a1-398f-4542-b446-f9559174fb70" providerId="ADAL" clId="{87C3DAB3-2569-41DF-BC88-F3FE5BA5DD44}" dt="2025-12-17T07:04:25.628" v="400" actId="22"/>
          <ac:spMkLst>
            <pc:docMk/>
            <pc:sldMk cId="4006529039" sldId="269"/>
            <ac:spMk id="7" creationId="{3A43F9A4-2F6F-6C93-6028-0D4AD77A525C}"/>
          </ac:spMkLst>
        </pc:spChg>
        <pc:spChg chg="add del mod">
          <ac:chgData name="Anantha Raj P" userId="124712a1-398f-4542-b446-f9559174fb70" providerId="ADAL" clId="{87C3DAB3-2569-41DF-BC88-F3FE5BA5DD44}" dt="2025-12-17T07:05:01.296" v="408" actId="478"/>
          <ac:spMkLst>
            <pc:docMk/>
            <pc:sldMk cId="4006529039" sldId="269"/>
            <ac:spMk id="15" creationId="{85ADCB5C-40F8-F256-CCD2-CA26A004D557}"/>
          </ac:spMkLst>
        </pc:spChg>
        <pc:picChg chg="add del mod ord modCrop">
          <ac:chgData name="Anantha Raj P" userId="124712a1-398f-4542-b446-f9559174fb70" providerId="ADAL" clId="{87C3DAB3-2569-41DF-BC88-F3FE5BA5DD44}" dt="2025-12-17T07:07:10.729" v="431" actId="14100"/>
          <ac:picMkLst>
            <pc:docMk/>
            <pc:sldMk cId="4006529039" sldId="269"/>
            <ac:picMk id="11" creationId="{0C7ECA29-25EC-E1BA-6494-72926992AB64}"/>
          </ac:picMkLst>
        </pc:picChg>
        <pc:picChg chg="add mod">
          <ac:chgData name="Anantha Raj P" userId="124712a1-398f-4542-b446-f9559174fb70" providerId="ADAL" clId="{87C3DAB3-2569-41DF-BC88-F3FE5BA5DD44}" dt="2025-12-17T07:06:52.495" v="426" actId="693"/>
          <ac:picMkLst>
            <pc:docMk/>
            <pc:sldMk cId="4006529039" sldId="269"/>
            <ac:picMk id="17" creationId="{B774F6BF-B00D-3A7A-4EA1-848D4928176D}"/>
          </ac:picMkLst>
        </pc:picChg>
      </pc:sldChg>
      <pc:sldChg chg="addSp delSp modSp add del mod">
        <pc:chgData name="Anantha Raj P" userId="124712a1-398f-4542-b446-f9559174fb70" providerId="ADAL" clId="{87C3DAB3-2569-41DF-BC88-F3FE5BA5DD44}" dt="2025-12-17T07:44:00.040" v="454" actId="2696"/>
        <pc:sldMkLst>
          <pc:docMk/>
          <pc:sldMk cId="3545645480" sldId="270"/>
        </pc:sldMkLst>
        <pc:spChg chg="mod">
          <ac:chgData name="Anantha Raj P" userId="124712a1-398f-4542-b446-f9559174fb70" providerId="ADAL" clId="{87C3DAB3-2569-41DF-BC88-F3FE5BA5DD44}" dt="2025-12-17T07:43:40.743" v="450" actId="20577"/>
          <ac:spMkLst>
            <pc:docMk/>
            <pc:sldMk cId="3545645480" sldId="270"/>
            <ac:spMk id="2" creationId="{F74F4498-44D1-1D62-94D9-9560A67690D3}"/>
          </ac:spMkLst>
        </pc:spChg>
        <pc:spChg chg="add mod">
          <ac:chgData name="Anantha Raj P" userId="124712a1-398f-4542-b446-f9559174fb70" providerId="ADAL" clId="{87C3DAB3-2569-41DF-BC88-F3FE5BA5DD44}" dt="2025-12-17T07:43:54.251" v="453"/>
          <ac:spMkLst>
            <pc:docMk/>
            <pc:sldMk cId="3545645480" sldId="270"/>
            <ac:spMk id="4" creationId="{A7E47168-573D-A582-5CEB-D985540856BA}"/>
          </ac:spMkLst>
        </pc:spChg>
        <pc:picChg chg="del">
          <ac:chgData name="Anantha Raj P" userId="124712a1-398f-4542-b446-f9559174fb70" providerId="ADAL" clId="{87C3DAB3-2569-41DF-BC88-F3FE5BA5DD44}" dt="2025-12-17T07:43:46.336" v="452" actId="478"/>
          <ac:picMkLst>
            <pc:docMk/>
            <pc:sldMk cId="3545645480" sldId="270"/>
            <ac:picMk id="11" creationId="{03957A32-68DF-E0BD-1F2D-CDE9AFC999B8}"/>
          </ac:picMkLst>
        </pc:picChg>
        <pc:picChg chg="del">
          <ac:chgData name="Anantha Raj P" userId="124712a1-398f-4542-b446-f9559174fb70" providerId="ADAL" clId="{87C3DAB3-2569-41DF-BC88-F3FE5BA5DD44}" dt="2025-12-17T07:43:44.525" v="451" actId="478"/>
          <ac:picMkLst>
            <pc:docMk/>
            <pc:sldMk cId="3545645480" sldId="270"/>
            <ac:picMk id="17" creationId="{EED652D0-A1CE-BCA7-33B6-69FF8B1967D4}"/>
          </ac:picMkLst>
        </pc:picChg>
      </pc:sldChg>
      <pc:sldChg chg="delSp modSp add mod ord">
        <pc:chgData name="Anantha Raj P" userId="124712a1-398f-4542-b446-f9559174fb70" providerId="ADAL" clId="{87C3DAB3-2569-41DF-BC88-F3FE5BA5DD44}" dt="2025-12-17T08:13:30.238" v="779" actId="20577"/>
        <pc:sldMkLst>
          <pc:docMk/>
          <pc:sldMk cId="4148607563" sldId="270"/>
        </pc:sldMkLst>
        <pc:spChg chg="mod">
          <ac:chgData name="Anantha Raj P" userId="124712a1-398f-4542-b446-f9559174fb70" providerId="ADAL" clId="{87C3DAB3-2569-41DF-BC88-F3FE5BA5DD44}" dt="2025-12-17T07:44:27.014" v="484" actId="20577"/>
          <ac:spMkLst>
            <pc:docMk/>
            <pc:sldMk cId="4148607563" sldId="270"/>
            <ac:spMk id="2" creationId="{EA833E45-3A61-FEAB-DFE3-E099829EBA97}"/>
          </ac:spMkLst>
        </pc:spChg>
        <pc:spChg chg="mod">
          <ac:chgData name="Anantha Raj P" userId="124712a1-398f-4542-b446-f9559174fb70" providerId="ADAL" clId="{87C3DAB3-2569-41DF-BC88-F3FE5BA5DD44}" dt="2025-12-17T08:13:30.238" v="779" actId="20577"/>
          <ac:spMkLst>
            <pc:docMk/>
            <pc:sldMk cId="4148607563" sldId="270"/>
            <ac:spMk id="4" creationId="{90504F71-BE7D-5927-4C65-17D4FFD0177C}"/>
          </ac:spMkLst>
        </pc:spChg>
        <pc:picChg chg="del">
          <ac:chgData name="Anantha Raj P" userId="124712a1-398f-4542-b446-f9559174fb70" providerId="ADAL" clId="{87C3DAB3-2569-41DF-BC88-F3FE5BA5DD44}" dt="2025-12-17T07:45:37.469" v="508" actId="478"/>
          <ac:picMkLst>
            <pc:docMk/>
            <pc:sldMk cId="4148607563" sldId="270"/>
            <ac:picMk id="5" creationId="{5402BD4B-2383-0CC0-50E2-D42F7A3E4CD7}"/>
          </ac:picMkLst>
        </pc:picChg>
      </pc:sldChg>
      <pc:sldChg chg="addSp modSp add mod">
        <pc:chgData name="Anantha Raj P" userId="124712a1-398f-4542-b446-f9559174fb70" providerId="ADAL" clId="{87C3DAB3-2569-41DF-BC88-F3FE5BA5DD44}" dt="2025-12-17T07:55:53.495" v="614" actId="20577"/>
        <pc:sldMkLst>
          <pc:docMk/>
          <pc:sldMk cId="3613617637" sldId="271"/>
        </pc:sldMkLst>
        <pc:spChg chg="mod">
          <ac:chgData name="Anantha Raj P" userId="124712a1-398f-4542-b446-f9559174fb70" providerId="ADAL" clId="{87C3DAB3-2569-41DF-BC88-F3FE5BA5DD44}" dt="2025-12-17T07:50:15.507" v="523" actId="20577"/>
          <ac:spMkLst>
            <pc:docMk/>
            <pc:sldMk cId="3613617637" sldId="271"/>
            <ac:spMk id="2" creationId="{DE3D8B6D-EFC2-2FBD-6100-06C27F5B6A77}"/>
          </ac:spMkLst>
        </pc:spChg>
        <pc:spChg chg="add">
          <ac:chgData name="Anantha Raj P" userId="124712a1-398f-4542-b446-f9559174fb70" providerId="ADAL" clId="{87C3DAB3-2569-41DF-BC88-F3FE5BA5DD44}" dt="2025-12-17T07:51:29.034" v="532"/>
          <ac:spMkLst>
            <pc:docMk/>
            <pc:sldMk cId="3613617637" sldId="271"/>
            <ac:spMk id="3" creationId="{A5A37B0F-EB1E-0DCF-22F0-2C2FF218E5E2}"/>
          </ac:spMkLst>
        </pc:spChg>
        <pc:spChg chg="mod">
          <ac:chgData name="Anantha Raj P" userId="124712a1-398f-4542-b446-f9559174fb70" providerId="ADAL" clId="{87C3DAB3-2569-41DF-BC88-F3FE5BA5DD44}" dt="2025-12-17T07:55:53.495" v="614" actId="20577"/>
          <ac:spMkLst>
            <pc:docMk/>
            <pc:sldMk cId="3613617637" sldId="271"/>
            <ac:spMk id="4" creationId="{B3FF2E62-A2B0-110D-CFD6-2E24C01D678A}"/>
          </ac:spMkLst>
        </pc:spChg>
        <pc:spChg chg="add">
          <ac:chgData name="Anantha Raj P" userId="124712a1-398f-4542-b446-f9559174fb70" providerId="ADAL" clId="{87C3DAB3-2569-41DF-BC88-F3FE5BA5DD44}" dt="2025-12-17T07:51:32.237" v="533"/>
          <ac:spMkLst>
            <pc:docMk/>
            <pc:sldMk cId="3613617637" sldId="271"/>
            <ac:spMk id="5" creationId="{6720D58D-3274-CBDC-595D-D2686505EDC9}"/>
          </ac:spMkLst>
        </pc:spChg>
        <pc:spChg chg="add">
          <ac:chgData name="Anantha Raj P" userId="124712a1-398f-4542-b446-f9559174fb70" providerId="ADAL" clId="{87C3DAB3-2569-41DF-BC88-F3FE5BA5DD44}" dt="2025-12-17T07:54:58.390" v="579"/>
          <ac:spMkLst>
            <pc:docMk/>
            <pc:sldMk cId="3613617637" sldId="271"/>
            <ac:spMk id="6" creationId="{B73464E1-C602-B01A-277A-9876C65B7222}"/>
          </ac:spMkLst>
        </pc:spChg>
      </pc:sldChg>
      <pc:sldChg chg="modSp add mod">
        <pc:chgData name="Anantha Raj P" userId="124712a1-398f-4542-b446-f9559174fb70" providerId="ADAL" clId="{87C3DAB3-2569-41DF-BC88-F3FE5BA5DD44}" dt="2025-12-17T08:09:15.040" v="695" actId="113"/>
        <pc:sldMkLst>
          <pc:docMk/>
          <pc:sldMk cId="2274280965" sldId="272"/>
        </pc:sldMkLst>
        <pc:spChg chg="mod">
          <ac:chgData name="Anantha Raj P" userId="124712a1-398f-4542-b446-f9559174fb70" providerId="ADAL" clId="{87C3DAB3-2569-41DF-BC88-F3FE5BA5DD44}" dt="2025-12-17T08:09:15.040" v="695" actId="113"/>
          <ac:spMkLst>
            <pc:docMk/>
            <pc:sldMk cId="2274280965" sldId="272"/>
            <ac:spMk id="4" creationId="{DE6018B4-160B-6958-A0DF-3F78FD4EAF21}"/>
          </ac:spMkLst>
        </pc:spChg>
      </pc:sldChg>
      <pc:sldChg chg="modSp add mod modNotesTx">
        <pc:chgData name="Anantha Raj P" userId="124712a1-398f-4542-b446-f9559174fb70" providerId="ADAL" clId="{87C3DAB3-2569-41DF-BC88-F3FE5BA5DD44}" dt="2025-12-17T09:34:50.891" v="1035" actId="20577"/>
        <pc:sldMkLst>
          <pc:docMk/>
          <pc:sldMk cId="1043730767" sldId="273"/>
        </pc:sldMkLst>
        <pc:spChg chg="mod">
          <ac:chgData name="Anantha Raj P" userId="124712a1-398f-4542-b446-f9559174fb70" providerId="ADAL" clId="{87C3DAB3-2569-41DF-BC88-F3FE5BA5DD44}" dt="2025-12-17T09:31:48.593" v="1002" actId="20577"/>
          <ac:spMkLst>
            <pc:docMk/>
            <pc:sldMk cId="1043730767" sldId="273"/>
            <ac:spMk id="4" creationId="{5AE52F79-BCCE-67F8-225C-77500C418729}"/>
          </ac:spMkLst>
        </pc:spChg>
      </pc:sldChg>
      <pc:sldChg chg="addSp modSp add mod">
        <pc:chgData name="Anantha Raj P" userId="124712a1-398f-4542-b446-f9559174fb70" providerId="ADAL" clId="{87C3DAB3-2569-41DF-BC88-F3FE5BA5DD44}" dt="2025-12-17T08:17:04.634" v="856" actId="693"/>
        <pc:sldMkLst>
          <pc:docMk/>
          <pc:sldMk cId="3308903268" sldId="274"/>
        </pc:sldMkLst>
        <pc:spChg chg="mod">
          <ac:chgData name="Anantha Raj P" userId="124712a1-398f-4542-b446-f9559174fb70" providerId="ADAL" clId="{87C3DAB3-2569-41DF-BC88-F3FE5BA5DD44}" dt="2025-12-17T08:14:01.832" v="791" actId="20577"/>
          <ac:spMkLst>
            <pc:docMk/>
            <pc:sldMk cId="3308903268" sldId="274"/>
            <ac:spMk id="2" creationId="{69334783-C6B9-3397-2B22-E4B2240323E5}"/>
          </ac:spMkLst>
        </pc:spChg>
        <pc:spChg chg="mod">
          <ac:chgData name="Anantha Raj P" userId="124712a1-398f-4542-b446-f9559174fb70" providerId="ADAL" clId="{87C3DAB3-2569-41DF-BC88-F3FE5BA5DD44}" dt="2025-12-17T08:16:32.492" v="849" actId="27636"/>
          <ac:spMkLst>
            <pc:docMk/>
            <pc:sldMk cId="3308903268" sldId="274"/>
            <ac:spMk id="4" creationId="{50958297-6AE0-5C19-61A4-86EAA1ABF910}"/>
          </ac:spMkLst>
        </pc:spChg>
        <pc:picChg chg="add mod">
          <ac:chgData name="Anantha Raj P" userId="124712a1-398f-4542-b446-f9559174fb70" providerId="ADAL" clId="{87C3DAB3-2569-41DF-BC88-F3FE5BA5DD44}" dt="2025-12-17T08:17:04.634" v="856" actId="693"/>
          <ac:picMkLst>
            <pc:docMk/>
            <pc:sldMk cId="3308903268" sldId="274"/>
            <ac:picMk id="5" creationId="{E18530EF-C0EB-3C4D-756E-7044E1E5115B}"/>
          </ac:picMkLst>
        </pc:picChg>
      </pc:sldChg>
      <pc:sldChg chg="addSp delSp modSp add mod">
        <pc:chgData name="Anantha Raj P" userId="124712a1-398f-4542-b446-f9559174fb70" providerId="ADAL" clId="{87C3DAB3-2569-41DF-BC88-F3FE5BA5DD44}" dt="2025-12-17T08:20:14.360" v="886" actId="208"/>
        <pc:sldMkLst>
          <pc:docMk/>
          <pc:sldMk cId="2013000844" sldId="275"/>
        </pc:sldMkLst>
        <pc:spChg chg="mod">
          <ac:chgData name="Anantha Raj P" userId="124712a1-398f-4542-b446-f9559174fb70" providerId="ADAL" clId="{87C3DAB3-2569-41DF-BC88-F3FE5BA5DD44}" dt="2025-12-17T08:17:32.098" v="868" actId="20577"/>
          <ac:spMkLst>
            <pc:docMk/>
            <pc:sldMk cId="2013000844" sldId="275"/>
            <ac:spMk id="2" creationId="{12D580D9-22F6-D2F5-883C-8317837AAF87}"/>
          </ac:spMkLst>
        </pc:spChg>
        <pc:spChg chg="mod">
          <ac:chgData name="Anantha Raj P" userId="124712a1-398f-4542-b446-f9559174fb70" providerId="ADAL" clId="{87C3DAB3-2569-41DF-BC88-F3FE5BA5DD44}" dt="2025-12-17T08:19:52.147" v="880" actId="27636"/>
          <ac:spMkLst>
            <pc:docMk/>
            <pc:sldMk cId="2013000844" sldId="275"/>
            <ac:spMk id="4" creationId="{4DAF9D12-8CAF-5AC2-16B7-21D2FADBBE48}"/>
          </ac:spMkLst>
        </pc:spChg>
        <pc:picChg chg="del">
          <ac:chgData name="Anantha Raj P" userId="124712a1-398f-4542-b446-f9559174fb70" providerId="ADAL" clId="{87C3DAB3-2569-41DF-BC88-F3FE5BA5DD44}" dt="2025-12-17T08:18:06.037" v="874" actId="478"/>
          <ac:picMkLst>
            <pc:docMk/>
            <pc:sldMk cId="2013000844" sldId="275"/>
            <ac:picMk id="5" creationId="{B60A2C92-5C3F-9606-2848-336AD31878CA}"/>
          </ac:picMkLst>
        </pc:picChg>
        <pc:picChg chg="add mod">
          <ac:chgData name="Anantha Raj P" userId="124712a1-398f-4542-b446-f9559174fb70" providerId="ADAL" clId="{87C3DAB3-2569-41DF-BC88-F3FE5BA5DD44}" dt="2025-12-17T08:20:14.360" v="886" actId="208"/>
          <ac:picMkLst>
            <pc:docMk/>
            <pc:sldMk cId="2013000844" sldId="275"/>
            <ac:picMk id="6" creationId="{67DD2611-0EE8-605A-53DF-9D2FC43F2EBC}"/>
          </ac:picMkLst>
        </pc:picChg>
      </pc:sldChg>
      <pc:sldChg chg="addSp delSp modSp add mod">
        <pc:chgData name="Anantha Raj P" userId="124712a1-398f-4542-b446-f9559174fb70" providerId="ADAL" clId="{87C3DAB3-2569-41DF-BC88-F3FE5BA5DD44}" dt="2025-12-17T08:23:43.240" v="931" actId="20577"/>
        <pc:sldMkLst>
          <pc:docMk/>
          <pc:sldMk cId="295089686" sldId="276"/>
        </pc:sldMkLst>
        <pc:spChg chg="mod">
          <ac:chgData name="Anantha Raj P" userId="124712a1-398f-4542-b446-f9559174fb70" providerId="ADAL" clId="{87C3DAB3-2569-41DF-BC88-F3FE5BA5DD44}" dt="2025-12-17T08:23:43.240" v="931" actId="20577"/>
          <ac:spMkLst>
            <pc:docMk/>
            <pc:sldMk cId="295089686" sldId="276"/>
            <ac:spMk id="2" creationId="{D77F1957-1AB2-FBB6-582D-D355CA9BFAB2}"/>
          </ac:spMkLst>
        </pc:spChg>
        <pc:spChg chg="mod">
          <ac:chgData name="Anantha Raj P" userId="124712a1-398f-4542-b446-f9559174fb70" providerId="ADAL" clId="{87C3DAB3-2569-41DF-BC88-F3FE5BA5DD44}" dt="2025-12-17T08:22:38.204" v="906" actId="27636"/>
          <ac:spMkLst>
            <pc:docMk/>
            <pc:sldMk cId="295089686" sldId="276"/>
            <ac:spMk id="4" creationId="{48870E87-9BA2-7F7F-0053-B0FF44BF549A}"/>
          </ac:spMkLst>
        </pc:spChg>
        <pc:picChg chg="add mod">
          <ac:chgData name="Anantha Raj P" userId="124712a1-398f-4542-b446-f9559174fb70" providerId="ADAL" clId="{87C3DAB3-2569-41DF-BC88-F3FE5BA5DD44}" dt="2025-12-17T08:22:59.709" v="911" actId="208"/>
          <ac:picMkLst>
            <pc:docMk/>
            <pc:sldMk cId="295089686" sldId="276"/>
            <ac:picMk id="5" creationId="{053DC00F-F167-3E49-458B-8D26443626C3}"/>
          </ac:picMkLst>
        </pc:picChg>
        <pc:picChg chg="del">
          <ac:chgData name="Anantha Raj P" userId="124712a1-398f-4542-b446-f9559174fb70" providerId="ADAL" clId="{87C3DAB3-2569-41DF-BC88-F3FE5BA5DD44}" dt="2025-12-17T08:20:55.084" v="897" actId="478"/>
          <ac:picMkLst>
            <pc:docMk/>
            <pc:sldMk cId="295089686" sldId="276"/>
            <ac:picMk id="6" creationId="{A566D6E6-1119-F89A-28C3-4F208145D3B3}"/>
          </ac:picMkLst>
        </pc:picChg>
      </pc:sldChg>
      <pc:sldChg chg="addSp delSp modSp add mod">
        <pc:chgData name="Anantha Raj P" userId="124712a1-398f-4542-b446-f9559174fb70" providerId="ADAL" clId="{87C3DAB3-2569-41DF-BC88-F3FE5BA5DD44}" dt="2025-12-17T08:35:03.227" v="975" actId="693"/>
        <pc:sldMkLst>
          <pc:docMk/>
          <pc:sldMk cId="2268830260" sldId="277"/>
        </pc:sldMkLst>
        <pc:spChg chg="mod">
          <ac:chgData name="Anantha Raj P" userId="124712a1-398f-4542-b446-f9559174fb70" providerId="ADAL" clId="{87C3DAB3-2569-41DF-BC88-F3FE5BA5DD44}" dt="2025-12-17T08:23:58.842" v="943" actId="20577"/>
          <ac:spMkLst>
            <pc:docMk/>
            <pc:sldMk cId="2268830260" sldId="277"/>
            <ac:spMk id="2" creationId="{3577F727-73C0-C0B6-C974-3E9FCF713FC9}"/>
          </ac:spMkLst>
        </pc:spChg>
        <pc:spChg chg="mod">
          <ac:chgData name="Anantha Raj P" userId="124712a1-398f-4542-b446-f9559174fb70" providerId="ADAL" clId="{87C3DAB3-2569-41DF-BC88-F3FE5BA5DD44}" dt="2025-12-17T08:34:34.726" v="971" actId="20577"/>
          <ac:spMkLst>
            <pc:docMk/>
            <pc:sldMk cId="2268830260" sldId="277"/>
            <ac:spMk id="4" creationId="{12C6800A-076D-3C5F-47BD-20C81E53A87A}"/>
          </ac:spMkLst>
        </pc:spChg>
        <pc:picChg chg="del">
          <ac:chgData name="Anantha Raj P" userId="124712a1-398f-4542-b446-f9559174fb70" providerId="ADAL" clId="{87C3DAB3-2569-41DF-BC88-F3FE5BA5DD44}" dt="2025-12-17T08:33:32.590" v="964" actId="478"/>
          <ac:picMkLst>
            <pc:docMk/>
            <pc:sldMk cId="2268830260" sldId="277"/>
            <ac:picMk id="5" creationId="{1F796FD1-EF3D-2962-5304-CC747B49E2EB}"/>
          </ac:picMkLst>
        </pc:picChg>
        <pc:picChg chg="add mod modCrop">
          <ac:chgData name="Anantha Raj P" userId="124712a1-398f-4542-b446-f9559174fb70" providerId="ADAL" clId="{87C3DAB3-2569-41DF-BC88-F3FE5BA5DD44}" dt="2025-12-17T08:35:03.227" v="975" actId="693"/>
          <ac:picMkLst>
            <pc:docMk/>
            <pc:sldMk cId="2268830260" sldId="277"/>
            <ac:picMk id="6" creationId="{52338785-883A-03C7-5192-D9FCB204B0B3}"/>
          </ac:picMkLst>
        </pc:picChg>
      </pc:sldChg>
      <pc:sldChg chg="addSp delSp modSp add mod">
        <pc:chgData name="Anantha Raj P" userId="124712a1-398f-4542-b446-f9559174fb70" providerId="ADAL" clId="{87C3DAB3-2569-41DF-BC88-F3FE5BA5DD44}" dt="2025-12-17T08:35:44.671" v="993" actId="20577"/>
        <pc:sldMkLst>
          <pc:docMk/>
          <pc:sldMk cId="1353434693" sldId="278"/>
        </pc:sldMkLst>
        <pc:spChg chg="mod">
          <ac:chgData name="Anantha Raj P" userId="124712a1-398f-4542-b446-f9559174fb70" providerId="ADAL" clId="{87C3DAB3-2569-41DF-BC88-F3FE5BA5DD44}" dt="2025-12-17T08:35:44.671" v="993" actId="20577"/>
          <ac:spMkLst>
            <pc:docMk/>
            <pc:sldMk cId="1353434693" sldId="278"/>
            <ac:spMk id="2" creationId="{DFE068A8-27F9-7D9B-E511-1279A2859F61}"/>
          </ac:spMkLst>
        </pc:spChg>
        <pc:spChg chg="del mod">
          <ac:chgData name="Anantha Raj P" userId="124712a1-398f-4542-b446-f9559174fb70" providerId="ADAL" clId="{87C3DAB3-2569-41DF-BC88-F3FE5BA5DD44}" dt="2025-12-17T08:35:29.254" v="980" actId="478"/>
          <ac:spMkLst>
            <pc:docMk/>
            <pc:sldMk cId="1353434693" sldId="278"/>
            <ac:spMk id="4" creationId="{FC1A3E0C-5DA7-6925-465E-60DA8613ECE4}"/>
          </ac:spMkLst>
        </pc:spChg>
        <pc:spChg chg="add del mod">
          <ac:chgData name="Anantha Raj P" userId="124712a1-398f-4542-b446-f9559174fb70" providerId="ADAL" clId="{87C3DAB3-2569-41DF-BC88-F3FE5BA5DD44}" dt="2025-12-17T08:35:35.415" v="981" actId="478"/>
          <ac:spMkLst>
            <pc:docMk/>
            <pc:sldMk cId="1353434693" sldId="278"/>
            <ac:spMk id="5" creationId="{EA903C5B-84D7-F970-600B-E9BB3E8430F3}"/>
          </ac:spMkLst>
        </pc:spChg>
        <pc:picChg chg="del">
          <ac:chgData name="Anantha Raj P" userId="124712a1-398f-4542-b446-f9559174fb70" providerId="ADAL" clId="{87C3DAB3-2569-41DF-BC88-F3FE5BA5DD44}" dt="2025-12-17T08:35:37.507" v="982" actId="478"/>
          <ac:picMkLst>
            <pc:docMk/>
            <pc:sldMk cId="1353434693" sldId="278"/>
            <ac:picMk id="6" creationId="{26313A9B-13A3-9481-B3F4-E17B439CC726}"/>
          </ac:picMkLst>
        </pc:picChg>
      </pc:sldChg>
      <pc:sldMasterChg chg="addSp mod">
        <pc:chgData name="Anantha Raj P" userId="124712a1-398f-4542-b446-f9559174fb70" providerId="ADAL" clId="{87C3DAB3-2569-41DF-BC88-F3FE5BA5DD44}" dt="2025-12-17T06:53:08.243" v="244" actId="33475"/>
        <pc:sldMasterMkLst>
          <pc:docMk/>
          <pc:sldMasterMk cId="1469670473" sldId="2147483678"/>
        </pc:sldMasterMkLst>
        <pc:spChg chg="add">
          <ac:chgData name="Anantha Raj P" userId="124712a1-398f-4542-b446-f9559174fb70" providerId="ADAL" clId="{87C3DAB3-2569-41DF-BC88-F3FE5BA5DD44}" dt="2025-12-17T06:53:08.243" v="244" actId="33475"/>
          <ac:spMkLst>
            <pc:docMk/>
            <pc:sldMasterMk cId="1469670473" sldId="2147483678"/>
            <ac:spMk id="8" creationId="{58CAC7DF-D68C-69CE-A0BB-592A2CE434B2}"/>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1E6777-19A3-47D8-A1EA-6585219C464E}" type="datetimeFigureOut">
              <a:rPr lang="en-IN" smtClean="0"/>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A9ADE-E838-44D2-90CC-427CCEBA254F}" type="slidenum">
              <a:rPr lang="en-IN" smtClean="0"/>
              <a:t>‹#›</a:t>
            </a:fld>
            <a:endParaRPr lang="en-IN"/>
          </a:p>
        </p:txBody>
      </p:sp>
    </p:spTree>
    <p:extLst>
      <p:ext uri="{BB962C8B-B14F-4D97-AF65-F5344CB8AC3E}">
        <p14:creationId xmlns:p14="http://schemas.microsoft.com/office/powerpoint/2010/main" val="698887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recursive CTE is a way for SQL to build results step by step, </a:t>
            </a:r>
          </a:p>
          <a:p>
            <a:r>
              <a:rPr lang="en-US" dirty="0"/>
              <a:t>where each step uses the output from the previous step, </a:t>
            </a:r>
          </a:p>
          <a:p>
            <a:r>
              <a:rPr lang="en-US" dirty="0"/>
              <a:t>until a defined stopping point is reached.</a:t>
            </a:r>
          </a:p>
          <a:p>
            <a:endParaRPr lang="en-US" dirty="0"/>
          </a:p>
          <a:p>
            <a:r>
              <a:rPr lang="en-US" dirty="0"/>
              <a:t>We can think of </a:t>
            </a:r>
            <a:r>
              <a:rPr lang="en-US" dirty="0" err="1"/>
              <a:t>anour</a:t>
            </a:r>
            <a:r>
              <a:rPr lang="en-US" dirty="0"/>
              <a:t> organizational chart. You start with the MD, then list Directors reports, then the next level of EM managers, and so on. You keep expanding level by level until there are no more employees to add. A recursive CTE works in the same way.</a:t>
            </a:r>
          </a:p>
          <a:p>
            <a:endParaRPr lang="en-US" dirty="0"/>
          </a:p>
          <a:p>
            <a:r>
              <a:rPr lang="en-US" dirty="0"/>
              <a:t>Reporting hierarchies</a:t>
            </a:r>
          </a:p>
          <a:p>
            <a:r>
              <a:rPr lang="en-US" dirty="0"/>
              <a:t>Product categories</a:t>
            </a:r>
          </a:p>
          <a:p>
            <a:r>
              <a:rPr lang="en-US" dirty="0"/>
              <a:t>Customer relationships</a:t>
            </a:r>
          </a:p>
          <a:p>
            <a:r>
              <a:rPr lang="en-US" dirty="0"/>
              <a:t>Approval workflows</a:t>
            </a:r>
            <a:endParaRPr lang="en-IN" dirty="0"/>
          </a:p>
        </p:txBody>
      </p:sp>
      <p:sp>
        <p:nvSpPr>
          <p:cNvPr id="4" name="Slide Number Placeholder 3"/>
          <p:cNvSpPr>
            <a:spLocks noGrp="1"/>
          </p:cNvSpPr>
          <p:nvPr>
            <p:ph type="sldNum" sz="quarter" idx="5"/>
          </p:nvPr>
        </p:nvSpPr>
        <p:spPr/>
        <p:txBody>
          <a:bodyPr/>
          <a:lstStyle/>
          <a:p>
            <a:fld id="{05DA9ADE-E838-44D2-90CC-427CCEBA254F}" type="slidenum">
              <a:rPr lang="en-IN" smtClean="0"/>
              <a:t>2</a:t>
            </a:fld>
            <a:endParaRPr lang="en-IN"/>
          </a:p>
        </p:txBody>
      </p:sp>
    </p:spTree>
    <p:extLst>
      <p:ext uri="{BB962C8B-B14F-4D97-AF65-F5344CB8AC3E}">
        <p14:creationId xmlns:p14="http://schemas.microsoft.com/office/powerpoint/2010/main" val="3628930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should mention LANGUAGE </a:t>
            </a:r>
            <a:r>
              <a:rPr lang="en-US" dirty="0" err="1"/>
              <a:t>plpgsql</a:t>
            </a:r>
            <a:r>
              <a:rPr lang="en-US" dirty="0"/>
              <a:t> in your procedure or function because it tells PostgreSQL what procedural language to use to interpret the code.</a:t>
            </a:r>
            <a:endParaRPr lang="en-IN" dirty="0"/>
          </a:p>
        </p:txBody>
      </p:sp>
      <p:sp>
        <p:nvSpPr>
          <p:cNvPr id="4" name="Slide Number Placeholder 3"/>
          <p:cNvSpPr>
            <a:spLocks noGrp="1"/>
          </p:cNvSpPr>
          <p:nvPr>
            <p:ph type="sldNum" sz="quarter" idx="5"/>
          </p:nvPr>
        </p:nvSpPr>
        <p:spPr/>
        <p:txBody>
          <a:bodyPr/>
          <a:lstStyle/>
          <a:p>
            <a:fld id="{05DA9ADE-E838-44D2-90CC-427CCEBA254F}" type="slidenum">
              <a:rPr lang="en-IN" smtClean="0"/>
              <a:t>14</a:t>
            </a:fld>
            <a:endParaRPr lang="en-IN"/>
          </a:p>
        </p:txBody>
      </p:sp>
    </p:spTree>
    <p:extLst>
      <p:ext uri="{BB962C8B-B14F-4D97-AF65-F5344CB8AC3E}">
        <p14:creationId xmlns:p14="http://schemas.microsoft.com/office/powerpoint/2010/main" val="1482062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0669-4245-560A-11C6-BB1D95246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D2D6F8-6932-09B6-D60D-54E3A20A72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6FB049-3373-A816-4261-D3E05D6D78B7}"/>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3B32E957-1588-812F-192D-E4A1673E8A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C77B00-D6CF-97FA-9F6A-F3C5B310EA0B}"/>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3085739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B08B-5116-7A3D-64AD-B5602A2B3F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E45AF1-ED80-1042-982A-BA4FC71B2A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08C38-C15A-8BE5-271E-DC6E698452BC}"/>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782A7A67-A37D-94EE-8738-DFCB6C1407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1FB52-E6D6-CAD9-D398-F5CA691142BE}"/>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446120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9B9D-365F-27B2-5E5C-1DF5BA8904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E4E8E1-57CB-46B7-CC4C-8C16D6DFB1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12D711-9B3E-1897-5323-20E7CEE94771}"/>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FDF28FE2-B30F-8085-4CD9-EA652FA1A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CC52FF-9A54-55FB-BD8B-30EDEBB62A73}"/>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455902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832DF-0A6A-9004-4793-0B73D704CD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F5B5C2-6C66-DCD7-D9A6-9E209FDD30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EB16C0-D586-05E3-55F6-6D2EC63D49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087DCE-E1A2-3FEF-039B-5AE80EF4CC39}"/>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6" name="Footer Placeholder 5">
            <a:extLst>
              <a:ext uri="{FF2B5EF4-FFF2-40B4-BE49-F238E27FC236}">
                <a16:creationId xmlns:a16="http://schemas.microsoft.com/office/drawing/2014/main" id="{D0E3C633-272D-5E6D-C73D-45BAAB1C80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B4F1FC-DDDC-5280-E162-E9EFC7271A07}"/>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1682720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8225-3DC8-089B-9508-6795C89B40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D86168-4AF2-CAF4-98EE-73C59FCEE9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4CA1B8-2D93-3352-B0A4-467E2882F5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279F97-7D03-9405-7A1C-DC58123B8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30724C-9ECD-CECA-E63C-5BCB95E311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8BB8B3-D3E7-EA34-720A-605C295EAF35}"/>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8" name="Footer Placeholder 7">
            <a:extLst>
              <a:ext uri="{FF2B5EF4-FFF2-40B4-BE49-F238E27FC236}">
                <a16:creationId xmlns:a16="http://schemas.microsoft.com/office/drawing/2014/main" id="{33EDA7CF-BE94-EB48-1DEC-D51C9508C3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BABEDE-F188-4160-CD4C-52C51DAAFEC0}"/>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285166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8EF6-2D34-0EAB-305F-F5D7A87DAC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48EC73-3886-39B2-B6B3-C18E5CCCACB8}"/>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4" name="Footer Placeholder 3">
            <a:extLst>
              <a:ext uri="{FF2B5EF4-FFF2-40B4-BE49-F238E27FC236}">
                <a16:creationId xmlns:a16="http://schemas.microsoft.com/office/drawing/2014/main" id="{406C5A74-619F-1988-9B69-ADD426C320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84DE10-3FE3-DCAF-3D57-D4B37FD9D989}"/>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959478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EBD696-B84F-2471-5C94-C2453F891052}"/>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3" name="Footer Placeholder 2">
            <a:extLst>
              <a:ext uri="{FF2B5EF4-FFF2-40B4-BE49-F238E27FC236}">
                <a16:creationId xmlns:a16="http://schemas.microsoft.com/office/drawing/2014/main" id="{B06677CC-97DD-A334-A140-F1CB04D375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51090C-0F3F-E9DB-064B-8F2FA7982397}"/>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62436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8622-3D1D-077D-AAEF-237784D6F1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822FA3-E5A4-FE41-AF1F-5AEAE92D2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C4C45F-1346-9508-4FD4-9E4015671F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19110-3884-1DF7-43EE-3AD62B9947A3}"/>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6" name="Footer Placeholder 5">
            <a:extLst>
              <a:ext uri="{FF2B5EF4-FFF2-40B4-BE49-F238E27FC236}">
                <a16:creationId xmlns:a16="http://schemas.microsoft.com/office/drawing/2014/main" id="{B102A30C-A1C8-5EE0-CFB5-ED01264C15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A9BE4E-39D7-D950-CF77-EBBE03590B1E}"/>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3863381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4781-1BF0-D728-1B52-91FD52804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A7CF1E-877B-F053-E292-191899CD0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DF4E9A-D0E6-8383-4883-91340A18BA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828FDA-3480-ADA4-140B-06CEFCE13787}"/>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6" name="Footer Placeholder 5">
            <a:extLst>
              <a:ext uri="{FF2B5EF4-FFF2-40B4-BE49-F238E27FC236}">
                <a16:creationId xmlns:a16="http://schemas.microsoft.com/office/drawing/2014/main" id="{D39C00C8-9780-BBAC-004A-2C78A8F3F2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267BE0-1FB6-5BF3-E920-781C64F9D558}"/>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148490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C08B-27C3-6490-357A-347C7DDAF7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89B19B-A27E-10D1-D3B8-214120397C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2B3A48-37AF-11D0-6E10-134637DBC0D4}"/>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BF00534B-1A36-0F80-753A-1DE2BBC23C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1A764-F1B5-FA10-2B0D-E5093ED84C7C}"/>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230766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ED02A7-1D54-442E-23BA-EB7720C373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855520-0008-2206-F654-E76DE89A0B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945C17-CEEE-5DDD-E555-C76DAA6E64C6}"/>
              </a:ext>
            </a:extLst>
          </p:cNvPr>
          <p:cNvSpPr>
            <a:spLocks noGrp="1"/>
          </p:cNvSpPr>
          <p:nvPr>
            <p:ph type="dt" sz="half" idx="10"/>
          </p:nvPr>
        </p:nvSpPr>
        <p:spPr/>
        <p:txBody>
          <a:body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13E57FCC-C0C4-87F6-1D6D-C5A82EFB2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D82788-8B66-900B-1224-72CEAD956F28}"/>
              </a:ext>
            </a:extLst>
          </p:cNvPr>
          <p:cNvSpPr>
            <a:spLocks noGrp="1"/>
          </p:cNvSpPr>
          <p:nvPr>
            <p:ph type="sldNum" sz="quarter" idx="12"/>
          </p:nvPr>
        </p:nvSpPr>
        <p:spPr/>
        <p:txBody>
          <a:bodyPr/>
          <a:lstStyle/>
          <a:p>
            <a:fld id="{77DFFBE5-8B69-4DBA-89B3-EE360FC1319B}" type="slidenum">
              <a:rPr lang="en-IN" smtClean="0"/>
              <a:t>‹#›</a:t>
            </a:fld>
            <a:endParaRPr lang="en-IN"/>
          </a:p>
        </p:txBody>
      </p:sp>
    </p:spTree>
    <p:extLst>
      <p:ext uri="{BB962C8B-B14F-4D97-AF65-F5344CB8AC3E}">
        <p14:creationId xmlns:p14="http://schemas.microsoft.com/office/powerpoint/2010/main" val="231517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D8521-7D8E-D094-1F6F-E1FDB68B5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DC22C0-4257-78CE-6786-D97BA5A7AE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B5B27-C8A5-15DE-8853-5C29FA5628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4FF6DE-8220-4DE2-B10B-1E023730E75C}" type="datetimeFigureOut">
              <a:rPr lang="en-IN" smtClean="0"/>
              <a:t>17-12-2025</a:t>
            </a:fld>
            <a:endParaRPr lang="en-IN"/>
          </a:p>
        </p:txBody>
      </p:sp>
      <p:sp>
        <p:nvSpPr>
          <p:cNvPr id="5" name="Footer Placeholder 4">
            <a:extLst>
              <a:ext uri="{FF2B5EF4-FFF2-40B4-BE49-F238E27FC236}">
                <a16:creationId xmlns:a16="http://schemas.microsoft.com/office/drawing/2014/main" id="{3B958080-ECC5-2251-B3AB-34EADAC3A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E6E5840-53D0-7E06-73D5-B11FB6AE32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DFFBE5-8B69-4DBA-89B3-EE360FC1319B}" type="slidenum">
              <a:rPr lang="en-IN" smtClean="0"/>
              <a:t>‹#›</a:t>
            </a:fld>
            <a:endParaRPr lang="en-IN"/>
          </a:p>
        </p:txBody>
      </p:sp>
      <p:sp>
        <p:nvSpPr>
          <p:cNvPr id="8" name="TextBox 7">
            <a:extLst>
              <a:ext uri="{FF2B5EF4-FFF2-40B4-BE49-F238E27FC236}">
                <a16:creationId xmlns:a16="http://schemas.microsoft.com/office/drawing/2014/main" id="{58CAC7DF-D68C-69CE-A0BB-592A2CE434B2}"/>
              </a:ext>
            </a:extLst>
          </p:cNvPr>
          <p:cNvSpPr txBox="1"/>
          <p:nvPr userDrawn="1">
            <p:extLst>
              <p:ext uri="{1162E1C5-73C7-4A58-AE30-91384D911F3F}">
                <p184:classification xmlns:p184="http://schemas.microsoft.com/office/powerpoint/2018/4/main" val="ftr"/>
              </p:ext>
            </p:extLst>
          </p:nvPr>
        </p:nvSpPr>
        <p:spPr>
          <a:xfrm>
            <a:off x="63500" y="6642100"/>
            <a:ext cx="450850"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Internal</a:t>
            </a:r>
          </a:p>
        </p:txBody>
      </p:sp>
    </p:spTree>
    <p:extLst>
      <p:ext uri="{BB962C8B-B14F-4D97-AF65-F5344CB8AC3E}">
        <p14:creationId xmlns:p14="http://schemas.microsoft.com/office/powerpoint/2010/main" val="146967047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Database">
            <a:extLst>
              <a:ext uri="{FF2B5EF4-FFF2-40B4-BE49-F238E27FC236}">
                <a16:creationId xmlns:a16="http://schemas.microsoft.com/office/drawing/2014/main" id="{0B816AE1-1B8F-8477-EE63-5B314504D0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14" name="Freeform: Shape 13">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9C9E0832-2D8E-71F2-1C26-647C4F87C302}"/>
              </a:ext>
            </a:extLst>
          </p:cNvPr>
          <p:cNvSpPr>
            <a:spLocks noGrp="1"/>
          </p:cNvSpPr>
          <p:nvPr>
            <p:ph type="ctrTitle"/>
          </p:nvPr>
        </p:nvSpPr>
        <p:spPr>
          <a:xfrm>
            <a:off x="5622061" y="762538"/>
            <a:ext cx="5649349" cy="3199862"/>
          </a:xfrm>
        </p:spPr>
        <p:txBody>
          <a:bodyPr anchor="b">
            <a:normAutofit/>
          </a:bodyPr>
          <a:lstStyle/>
          <a:p>
            <a:pPr algn="l"/>
            <a:r>
              <a:rPr lang="en-US" sz="6600">
                <a:solidFill>
                  <a:srgbClr val="FFFFFF"/>
                </a:solidFill>
              </a:rPr>
              <a:t>SQL</a:t>
            </a:r>
            <a:endParaRPr lang="en-IN" sz="6600">
              <a:solidFill>
                <a:srgbClr val="FFFFFF"/>
              </a:solidFill>
            </a:endParaRPr>
          </a:p>
        </p:txBody>
      </p:sp>
      <p:sp>
        <p:nvSpPr>
          <p:cNvPr id="3" name="Subtitle 2">
            <a:extLst>
              <a:ext uri="{FF2B5EF4-FFF2-40B4-BE49-F238E27FC236}">
                <a16:creationId xmlns:a16="http://schemas.microsoft.com/office/drawing/2014/main" id="{5EBBD51A-4B65-919E-C0A2-5708C20BFA54}"/>
              </a:ext>
            </a:extLst>
          </p:cNvPr>
          <p:cNvSpPr>
            <a:spLocks noGrp="1"/>
          </p:cNvSpPr>
          <p:nvPr>
            <p:ph type="subTitle" idx="1"/>
          </p:nvPr>
        </p:nvSpPr>
        <p:spPr>
          <a:xfrm>
            <a:off x="5622061" y="4312561"/>
            <a:ext cx="5649349" cy="1687815"/>
          </a:xfrm>
        </p:spPr>
        <p:txBody>
          <a:bodyPr anchor="t">
            <a:normAutofit/>
          </a:bodyPr>
          <a:lstStyle/>
          <a:p>
            <a:pPr algn="l"/>
            <a:r>
              <a:rPr lang="en-US">
                <a:solidFill>
                  <a:srgbClr val="FFFFFF"/>
                </a:solidFill>
              </a:rPr>
              <a:t>Advanced SQL </a:t>
            </a:r>
            <a:r>
              <a:rPr lang="en-US" dirty="0">
                <a:solidFill>
                  <a:srgbClr val="FFFFFF"/>
                </a:solidFill>
              </a:rPr>
              <a:t>functions</a:t>
            </a:r>
            <a:endParaRPr lang="en-IN" dirty="0">
              <a:solidFill>
                <a:srgbClr val="FFFFFF"/>
              </a:solidFill>
            </a:endParaRPr>
          </a:p>
        </p:txBody>
      </p:sp>
      <p:sp>
        <p:nvSpPr>
          <p:cNvPr id="16"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sX0" fmla="*/ 0 w 5303520"/>
              <a:gd name="csY0" fmla="*/ 0 h 18288"/>
              <a:gd name="csX1" fmla="*/ 556870 w 5303520"/>
              <a:gd name="csY1" fmla="*/ 0 h 18288"/>
              <a:gd name="csX2" fmla="*/ 1272845 w 5303520"/>
              <a:gd name="csY2" fmla="*/ 0 h 18288"/>
              <a:gd name="csX3" fmla="*/ 1882750 w 5303520"/>
              <a:gd name="csY3" fmla="*/ 0 h 18288"/>
              <a:gd name="csX4" fmla="*/ 2439619 w 5303520"/>
              <a:gd name="csY4" fmla="*/ 0 h 18288"/>
              <a:gd name="csX5" fmla="*/ 3155594 w 5303520"/>
              <a:gd name="csY5" fmla="*/ 0 h 18288"/>
              <a:gd name="csX6" fmla="*/ 3818534 w 5303520"/>
              <a:gd name="csY6" fmla="*/ 0 h 18288"/>
              <a:gd name="csX7" fmla="*/ 4481474 w 5303520"/>
              <a:gd name="csY7" fmla="*/ 0 h 18288"/>
              <a:gd name="csX8" fmla="*/ 5303520 w 5303520"/>
              <a:gd name="csY8" fmla="*/ 0 h 18288"/>
              <a:gd name="csX9" fmla="*/ 5303520 w 5303520"/>
              <a:gd name="csY9" fmla="*/ 18288 h 18288"/>
              <a:gd name="csX10" fmla="*/ 4746650 w 5303520"/>
              <a:gd name="csY10" fmla="*/ 18288 h 18288"/>
              <a:gd name="csX11" fmla="*/ 4242816 w 5303520"/>
              <a:gd name="csY11" fmla="*/ 18288 h 18288"/>
              <a:gd name="csX12" fmla="*/ 3526841 w 5303520"/>
              <a:gd name="csY12" fmla="*/ 18288 h 18288"/>
              <a:gd name="csX13" fmla="*/ 2969971 w 5303520"/>
              <a:gd name="csY13" fmla="*/ 18288 h 18288"/>
              <a:gd name="csX14" fmla="*/ 2253996 w 5303520"/>
              <a:gd name="csY14" fmla="*/ 18288 h 18288"/>
              <a:gd name="csX15" fmla="*/ 1484986 w 5303520"/>
              <a:gd name="csY15" fmla="*/ 18288 h 18288"/>
              <a:gd name="csX16" fmla="*/ 875081 w 5303520"/>
              <a:gd name="csY16" fmla="*/ 18288 h 18288"/>
              <a:gd name="csX17" fmla="*/ 0 w 5303520"/>
              <a:gd name="csY17" fmla="*/ 18288 h 18288"/>
              <a:gd name="csX18" fmla="*/ 0 w 530352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207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3EF49D-AF16-E38A-B3A7-75FDEF9FEBDB}"/>
              </a:ext>
            </a:extLst>
          </p:cNvPr>
          <p:cNvSpPr>
            <a:spLocks noGrp="1"/>
          </p:cNvSpPr>
          <p:nvPr>
            <p:ph type="title"/>
          </p:nvPr>
        </p:nvSpPr>
        <p:spPr>
          <a:xfrm>
            <a:off x="1171074" y="1396686"/>
            <a:ext cx="3240506" cy="4064628"/>
          </a:xfrm>
        </p:spPr>
        <p:txBody>
          <a:bodyPr>
            <a:normAutofit/>
          </a:bodyPr>
          <a:lstStyle/>
          <a:p>
            <a:r>
              <a:rPr lang="en-IN">
                <a:solidFill>
                  <a:srgbClr val="FFFFFF"/>
                </a:solidFill>
              </a:rPr>
              <a:t>What is Recursive CTE &amp; its uses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2EDD592-DFF4-7C4B-8640-C6D22387940F}"/>
              </a:ext>
            </a:extLst>
          </p:cNvPr>
          <p:cNvSpPr>
            <a:spLocks noGrp="1"/>
          </p:cNvSpPr>
          <p:nvPr>
            <p:ph idx="1"/>
          </p:nvPr>
        </p:nvSpPr>
        <p:spPr>
          <a:xfrm>
            <a:off x="5370153" y="1526033"/>
            <a:ext cx="5536397" cy="3935281"/>
          </a:xfrm>
        </p:spPr>
        <p:txBody>
          <a:bodyPr>
            <a:normAutofit/>
          </a:bodyPr>
          <a:lstStyle/>
          <a:p>
            <a:r>
              <a:rPr lang="en-US" sz="1300" dirty="0"/>
              <a:t>A </a:t>
            </a:r>
            <a:r>
              <a:rPr lang="en-US" sz="1300" b="1" dirty="0"/>
              <a:t>Recursive CTE (Common Table Expression)</a:t>
            </a:r>
            <a:r>
              <a:rPr lang="en-US" sz="1300" dirty="0"/>
              <a:t> is a type of CTE in SQL that references </a:t>
            </a:r>
            <a:r>
              <a:rPr lang="en-US" sz="1300" b="1" dirty="0"/>
              <a:t>itself</a:t>
            </a:r>
            <a:r>
              <a:rPr lang="en-US" sz="1300" dirty="0"/>
              <a:t> to perform iterative or hierarchical operations. It allows you to generate a result set that </a:t>
            </a:r>
            <a:r>
              <a:rPr lang="en-US" sz="1300" b="1" dirty="0"/>
              <a:t>builds upon its previous rows</a:t>
            </a:r>
            <a:r>
              <a:rPr lang="en-US" sz="1300" dirty="0"/>
              <a:t>, enabling you to:</a:t>
            </a:r>
          </a:p>
          <a:p>
            <a:r>
              <a:rPr lang="en-US" sz="1300" dirty="0"/>
              <a:t>Traverse </a:t>
            </a:r>
            <a:r>
              <a:rPr lang="en-US" sz="1300" b="1" dirty="0"/>
              <a:t>hierarchical data</a:t>
            </a:r>
            <a:r>
              <a:rPr lang="en-US" sz="1300" dirty="0"/>
              <a:t> (e.g., employee-manager relationships, folder structures, category trees).</a:t>
            </a:r>
          </a:p>
          <a:p>
            <a:r>
              <a:rPr lang="en-US" sz="1300" dirty="0"/>
              <a:t>Generate </a:t>
            </a:r>
            <a:r>
              <a:rPr lang="en-US" sz="1300" b="1" dirty="0"/>
              <a:t>sequences</a:t>
            </a:r>
            <a:r>
              <a:rPr lang="en-US" sz="1300" dirty="0"/>
              <a:t> (numbers, dates).</a:t>
            </a:r>
          </a:p>
          <a:p>
            <a:r>
              <a:rPr lang="en-US" sz="1300" dirty="0"/>
              <a:t>Flatten </a:t>
            </a:r>
            <a:r>
              <a:rPr lang="en-US" sz="1300" b="1" dirty="0"/>
              <a:t>parent-child relationships</a:t>
            </a:r>
            <a:r>
              <a:rPr lang="en-US" sz="1300" dirty="0"/>
              <a:t> into a denormalized format.</a:t>
            </a:r>
          </a:p>
          <a:p>
            <a:r>
              <a:rPr lang="en-US" sz="1300" dirty="0"/>
              <a:t>A recursive CTE consists of </a:t>
            </a:r>
            <a:r>
              <a:rPr lang="en-US" sz="1300" b="1" dirty="0"/>
              <a:t>two parts</a:t>
            </a:r>
            <a:r>
              <a:rPr lang="en-US" sz="1300" dirty="0"/>
              <a:t>:</a:t>
            </a:r>
          </a:p>
          <a:p>
            <a:r>
              <a:rPr lang="en-US" sz="1300" b="1" dirty="0"/>
              <a:t>Anchor member</a:t>
            </a:r>
            <a:r>
              <a:rPr lang="en-US" sz="1300" dirty="0"/>
              <a:t> – the initial query that produces the starting row(s).</a:t>
            </a:r>
          </a:p>
          <a:p>
            <a:r>
              <a:rPr lang="en-US" sz="1300" b="1" dirty="0"/>
              <a:t>Recursive member</a:t>
            </a:r>
            <a:r>
              <a:rPr lang="en-US" sz="1300" dirty="0"/>
              <a:t> – a query that references the CTE itself to produce additional rows.</a:t>
            </a:r>
          </a:p>
          <a:p>
            <a:r>
              <a:rPr lang="en-US" sz="1300" dirty="0"/>
              <a:t>The recursion continues until a </a:t>
            </a:r>
            <a:r>
              <a:rPr lang="en-US" sz="1300" b="1" dirty="0"/>
              <a:t>termination condition</a:t>
            </a:r>
            <a:r>
              <a:rPr lang="en-US" sz="1300" dirty="0"/>
              <a:t> is met.</a:t>
            </a:r>
          </a:p>
          <a:p>
            <a:endParaRPr lang="en-IN" sz="1300" dirty="0"/>
          </a:p>
        </p:txBody>
      </p:sp>
    </p:spTree>
    <p:extLst>
      <p:ext uri="{BB962C8B-B14F-4D97-AF65-F5344CB8AC3E}">
        <p14:creationId xmlns:p14="http://schemas.microsoft.com/office/powerpoint/2010/main" val="906450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043E66-CC57-6079-B28B-12305EDB6847}"/>
              </a:ext>
            </a:extLst>
          </p:cNvPr>
          <p:cNvSpPr>
            <a:spLocks noGrp="1"/>
          </p:cNvSpPr>
          <p:nvPr>
            <p:ph type="title"/>
          </p:nvPr>
        </p:nvSpPr>
        <p:spPr>
          <a:xfrm>
            <a:off x="1171074" y="1396686"/>
            <a:ext cx="3240506" cy="4064628"/>
          </a:xfrm>
        </p:spPr>
        <p:txBody>
          <a:bodyPr>
            <a:normAutofit/>
          </a:bodyPr>
          <a:lstStyle/>
          <a:p>
            <a:r>
              <a:rPr lang="en-IN">
                <a:solidFill>
                  <a:srgbClr val="FFFFFF"/>
                </a:solidFill>
              </a:rPr>
              <a:t>Recursive CTE Query Syntax</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0D96245-5F9B-5733-F1A2-B74E3A2398EF}"/>
              </a:ext>
            </a:extLst>
          </p:cNvPr>
          <p:cNvSpPr>
            <a:spLocks noGrp="1"/>
          </p:cNvSpPr>
          <p:nvPr>
            <p:ph idx="1"/>
          </p:nvPr>
        </p:nvSpPr>
        <p:spPr>
          <a:xfrm>
            <a:off x="5370153" y="1526033"/>
            <a:ext cx="5536397" cy="3935281"/>
          </a:xfrm>
        </p:spPr>
        <p:txBody>
          <a:bodyPr>
            <a:normAutofit/>
          </a:bodyPr>
          <a:lstStyle/>
          <a:p>
            <a:pPr marL="0" marR="0">
              <a:buNone/>
            </a:pPr>
            <a:r>
              <a:rPr lang="en-US" sz="1100" b="1" dirty="0">
                <a:effectLst/>
                <a:latin typeface="Courier New" panose="02070309020205020404" pitchFamily="49" charset="0"/>
              </a:rPr>
              <a:t>WITH</a:t>
            </a:r>
            <a:r>
              <a:rPr lang="en-US" sz="1100" dirty="0">
                <a:effectLst/>
                <a:latin typeface="Courier New" panose="02070309020205020404" pitchFamily="49" charset="0"/>
              </a:rPr>
              <a:t> </a:t>
            </a:r>
            <a:r>
              <a:rPr lang="en-US" sz="1100" b="1" dirty="0">
                <a:effectLst/>
                <a:latin typeface="Courier New" panose="02070309020205020404" pitchFamily="49" charset="0"/>
              </a:rPr>
              <a:t>RECURSIVE</a:t>
            </a:r>
            <a:r>
              <a:rPr lang="en-US" sz="1100" dirty="0">
                <a:effectLst/>
                <a:latin typeface="Courier New" panose="02070309020205020404" pitchFamily="49" charset="0"/>
              </a:rPr>
              <a:t> </a:t>
            </a:r>
            <a:r>
              <a:rPr lang="en-US" sz="1100" dirty="0" err="1">
                <a:effectLst/>
                <a:latin typeface="Courier New" panose="02070309020205020404" pitchFamily="49" charset="0"/>
              </a:rPr>
              <a:t>query_name</a:t>
            </a:r>
            <a:r>
              <a:rPr lang="en-US" sz="1100" dirty="0">
                <a:effectLst/>
                <a:latin typeface="Courier New" panose="02070309020205020404" pitchFamily="49" charset="0"/>
              </a:rPr>
              <a:t> (Field1, Field2, ...) </a:t>
            </a:r>
            <a:r>
              <a:rPr lang="en-US" sz="1100" b="1" dirty="0">
                <a:effectLst/>
                <a:latin typeface="Courier New" panose="02070309020205020404" pitchFamily="49" charset="0"/>
              </a:rPr>
              <a:t>AS</a:t>
            </a:r>
            <a:r>
              <a:rPr lang="en-US" sz="1100" dirty="0">
                <a:effectLst/>
                <a:latin typeface="Courier New" panose="02070309020205020404" pitchFamily="49" charset="0"/>
              </a:rPr>
              <a:t> (</a:t>
            </a:r>
          </a:p>
          <a:p>
            <a:pPr marL="0" marR="0">
              <a:buNone/>
            </a:pPr>
            <a:r>
              <a:rPr lang="en-US" sz="1100" dirty="0">
                <a:effectLst/>
                <a:latin typeface="Courier New" panose="02070309020205020404" pitchFamily="49" charset="0"/>
              </a:rPr>
              <a:t>-- Anchor query: initializes the sequence</a:t>
            </a:r>
          </a:p>
          <a:p>
            <a:pPr marL="0" marR="0">
              <a:buNone/>
            </a:pPr>
            <a:r>
              <a:rPr lang="en-US" sz="1100" b="1" dirty="0">
                <a:effectLst/>
                <a:latin typeface="Courier New" panose="02070309020205020404" pitchFamily="49" charset="0"/>
              </a:rPr>
              <a:t>SELECT</a:t>
            </a:r>
            <a:r>
              <a:rPr lang="en-US" sz="1100" dirty="0">
                <a:effectLst/>
                <a:latin typeface="Courier New" panose="02070309020205020404" pitchFamily="49" charset="0"/>
              </a:rPr>
              <a:t> &lt;initial </a:t>
            </a:r>
            <a:r>
              <a:rPr lang="en-US" sz="1100" b="1" dirty="0">
                <a:effectLst/>
                <a:latin typeface="Courier New" panose="02070309020205020404" pitchFamily="49" charset="0"/>
              </a:rPr>
              <a:t>values</a:t>
            </a:r>
            <a:r>
              <a:rPr lang="en-US" sz="1100" dirty="0">
                <a:effectLst/>
                <a:latin typeface="Courier New" panose="02070309020205020404" pitchFamily="49" charset="0"/>
              </a:rPr>
              <a:t>&gt; </a:t>
            </a:r>
          </a:p>
          <a:p>
            <a:pPr marL="0" marR="0">
              <a:buNone/>
            </a:pPr>
            <a:br>
              <a:rPr lang="en-US" sz="1100" dirty="0">
                <a:effectLst/>
                <a:latin typeface="Courier New" panose="02070309020205020404" pitchFamily="49" charset="0"/>
              </a:rPr>
            </a:br>
            <a:endParaRPr lang="en-US" sz="1100" dirty="0">
              <a:effectLst/>
              <a:latin typeface="Courier New" panose="02070309020205020404" pitchFamily="49" charset="0"/>
            </a:endParaRPr>
          </a:p>
          <a:p>
            <a:pPr marL="0" marR="0">
              <a:buNone/>
            </a:pPr>
            <a:r>
              <a:rPr lang="en-US" sz="1100" b="1" dirty="0">
                <a:effectLst/>
                <a:latin typeface="Courier New" panose="02070309020205020404" pitchFamily="49" charset="0"/>
              </a:rPr>
              <a:t>UNION</a:t>
            </a:r>
            <a:r>
              <a:rPr lang="en-US" sz="1100" dirty="0">
                <a:effectLst/>
                <a:latin typeface="Courier New" panose="02070309020205020404" pitchFamily="49" charset="0"/>
              </a:rPr>
              <a:t> </a:t>
            </a:r>
            <a:r>
              <a:rPr lang="en-US" sz="1100" b="1" dirty="0">
                <a:effectLst/>
                <a:latin typeface="Courier New" panose="02070309020205020404" pitchFamily="49" charset="0"/>
              </a:rPr>
              <a:t>ALL</a:t>
            </a:r>
            <a:r>
              <a:rPr lang="en-US" sz="1100" dirty="0">
                <a:effectLst/>
                <a:latin typeface="Courier New" panose="02070309020205020404" pitchFamily="49" charset="0"/>
              </a:rPr>
              <a:t> -- Combines anchor query with the recursive query</a:t>
            </a:r>
          </a:p>
          <a:p>
            <a:pPr marL="0" marR="0">
              <a:buNone/>
            </a:pPr>
            <a:br>
              <a:rPr lang="en-US" sz="1100" dirty="0">
                <a:effectLst/>
                <a:latin typeface="Courier New" panose="02070309020205020404" pitchFamily="49" charset="0"/>
              </a:rPr>
            </a:br>
            <a:endParaRPr lang="en-US" sz="1100" dirty="0">
              <a:effectLst/>
              <a:latin typeface="Courier New" panose="02070309020205020404" pitchFamily="49" charset="0"/>
            </a:endParaRPr>
          </a:p>
          <a:p>
            <a:pPr marL="0" marR="0">
              <a:buNone/>
            </a:pPr>
            <a:r>
              <a:rPr lang="en-US" sz="1100" dirty="0">
                <a:effectLst/>
                <a:latin typeface="Courier New" panose="02070309020205020404" pitchFamily="49" charset="0"/>
              </a:rPr>
              <a:t>-- Recursive query: refers to the CTE itself</a:t>
            </a:r>
          </a:p>
          <a:p>
            <a:pPr marL="0" marR="0">
              <a:buNone/>
            </a:pPr>
            <a:r>
              <a:rPr lang="en-US" sz="1100" b="1" dirty="0">
                <a:effectLst/>
                <a:latin typeface="Courier New" panose="02070309020205020404" pitchFamily="49" charset="0"/>
              </a:rPr>
              <a:t>SELECT</a:t>
            </a:r>
            <a:r>
              <a:rPr lang="en-US" sz="1100" dirty="0">
                <a:effectLst/>
                <a:latin typeface="Courier New" panose="02070309020205020404" pitchFamily="49" charset="0"/>
              </a:rPr>
              <a:t> &lt;</a:t>
            </a:r>
            <a:r>
              <a:rPr lang="en-US" sz="1100" b="1" dirty="0">
                <a:effectLst/>
                <a:latin typeface="Courier New" panose="02070309020205020404" pitchFamily="49" charset="0"/>
              </a:rPr>
              <a:t>expression</a:t>
            </a:r>
            <a:r>
              <a:rPr lang="en-US" sz="1100" dirty="0">
                <a:effectLst/>
                <a:latin typeface="Courier New" panose="02070309020205020404" pitchFamily="49" charset="0"/>
              </a:rPr>
              <a:t> </a:t>
            </a:r>
            <a:r>
              <a:rPr lang="en-US" sz="1100" b="1" dirty="0">
                <a:effectLst/>
                <a:latin typeface="Courier New" panose="02070309020205020404" pitchFamily="49" charset="0"/>
              </a:rPr>
              <a:t>using</a:t>
            </a:r>
            <a:r>
              <a:rPr lang="en-US" sz="1100" dirty="0">
                <a:effectLst/>
                <a:latin typeface="Courier New" panose="02070309020205020404" pitchFamily="49" charset="0"/>
              </a:rPr>
              <a:t> </a:t>
            </a:r>
            <a:r>
              <a:rPr lang="en-US" sz="1100" dirty="0" err="1">
                <a:effectLst/>
                <a:latin typeface="Courier New" panose="02070309020205020404" pitchFamily="49" charset="0"/>
              </a:rPr>
              <a:t>query_name</a:t>
            </a:r>
            <a:r>
              <a:rPr lang="en-US" sz="1100" dirty="0">
                <a:effectLst/>
                <a:latin typeface="Courier New" panose="02070309020205020404" pitchFamily="49" charset="0"/>
              </a:rPr>
              <a:t>&gt;</a:t>
            </a:r>
          </a:p>
          <a:p>
            <a:pPr marL="0" marR="0">
              <a:buNone/>
            </a:pPr>
            <a:r>
              <a:rPr lang="en-US" sz="1100" b="1" dirty="0">
                <a:effectLst/>
                <a:latin typeface="Courier New" panose="02070309020205020404" pitchFamily="49" charset="0"/>
              </a:rPr>
              <a:t>FROM</a:t>
            </a:r>
            <a:r>
              <a:rPr lang="en-US" sz="1100" dirty="0">
                <a:effectLst/>
                <a:latin typeface="Courier New" panose="02070309020205020404" pitchFamily="49" charset="0"/>
              </a:rPr>
              <a:t> </a:t>
            </a:r>
            <a:r>
              <a:rPr lang="en-US" sz="1100" dirty="0" err="1">
                <a:effectLst/>
                <a:latin typeface="Courier New" panose="02070309020205020404" pitchFamily="49" charset="0"/>
              </a:rPr>
              <a:t>query_name</a:t>
            </a:r>
            <a:endParaRPr lang="en-US" sz="1100" dirty="0">
              <a:effectLst/>
              <a:latin typeface="Courier New" panose="02070309020205020404" pitchFamily="49" charset="0"/>
            </a:endParaRPr>
          </a:p>
          <a:p>
            <a:pPr marL="0" marR="0">
              <a:buNone/>
            </a:pPr>
            <a:r>
              <a:rPr lang="en-US" sz="1100" b="1" dirty="0">
                <a:effectLst/>
                <a:latin typeface="Courier New" panose="02070309020205020404" pitchFamily="49" charset="0"/>
              </a:rPr>
              <a:t>WHERE</a:t>
            </a:r>
            <a:r>
              <a:rPr lang="en-US" sz="1100" dirty="0">
                <a:effectLst/>
                <a:latin typeface="Courier New" panose="02070309020205020404" pitchFamily="49" charset="0"/>
              </a:rPr>
              <a:t> &lt;termination </a:t>
            </a:r>
            <a:r>
              <a:rPr lang="en-US" sz="1100" b="1" dirty="0">
                <a:effectLst/>
                <a:latin typeface="Courier New" panose="02070309020205020404" pitchFamily="49" charset="0"/>
              </a:rPr>
              <a:t>condition</a:t>
            </a:r>
            <a:r>
              <a:rPr lang="en-US" sz="1100" dirty="0">
                <a:effectLst/>
                <a:latin typeface="Courier New" panose="02070309020205020404" pitchFamily="49" charset="0"/>
              </a:rPr>
              <a:t>&gt; -- stops recursion</a:t>
            </a:r>
          </a:p>
          <a:p>
            <a:pPr marL="0" marR="0">
              <a:buNone/>
            </a:pPr>
            <a:r>
              <a:rPr lang="en-US" sz="1100" dirty="0">
                <a:effectLst/>
                <a:latin typeface="Courier New" panose="02070309020205020404" pitchFamily="49" charset="0"/>
              </a:rPr>
              <a:t>)</a:t>
            </a:r>
          </a:p>
          <a:p>
            <a:pPr marL="0" marR="0">
              <a:buNone/>
            </a:pPr>
            <a:r>
              <a:rPr lang="en-US" sz="1100" b="1" dirty="0">
                <a:effectLst/>
                <a:latin typeface="Courier New" panose="02070309020205020404" pitchFamily="49" charset="0"/>
              </a:rPr>
              <a:t>SELECT</a:t>
            </a:r>
            <a:r>
              <a:rPr lang="en-US" sz="1100" dirty="0">
                <a:effectLst/>
                <a:latin typeface="Courier New" panose="02070309020205020404" pitchFamily="49" charset="0"/>
              </a:rPr>
              <a:t> *</a:t>
            </a:r>
          </a:p>
          <a:p>
            <a:pPr marL="0" marR="0">
              <a:buNone/>
            </a:pPr>
            <a:r>
              <a:rPr lang="en-US" sz="1100" b="1" dirty="0">
                <a:effectLst/>
                <a:latin typeface="Courier New" panose="02070309020205020404" pitchFamily="49" charset="0"/>
              </a:rPr>
              <a:t>FROM</a:t>
            </a:r>
            <a:r>
              <a:rPr lang="en-US" sz="1100" dirty="0">
                <a:effectLst/>
                <a:latin typeface="Courier New" panose="02070309020205020404" pitchFamily="49" charset="0"/>
              </a:rPr>
              <a:t> </a:t>
            </a:r>
            <a:r>
              <a:rPr lang="en-US" sz="1100" dirty="0" err="1">
                <a:effectLst/>
                <a:latin typeface="Courier New" panose="02070309020205020404" pitchFamily="49" charset="0"/>
              </a:rPr>
              <a:t>query_name</a:t>
            </a:r>
            <a:r>
              <a:rPr lang="en-US" sz="1100" dirty="0">
                <a:effectLst/>
                <a:latin typeface="Courier New" panose="02070309020205020404" pitchFamily="49" charset="0"/>
              </a:rPr>
              <a:t>;</a:t>
            </a:r>
          </a:p>
        </p:txBody>
      </p:sp>
    </p:spTree>
    <p:extLst>
      <p:ext uri="{BB962C8B-B14F-4D97-AF65-F5344CB8AC3E}">
        <p14:creationId xmlns:p14="http://schemas.microsoft.com/office/powerpoint/2010/main" val="244071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8B139C-A73D-ECCF-E3EF-DC635DFB160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BBF520-27EB-E241-20DC-1BE5F6DD5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61950F2-6A52-5A29-F423-9FAA91AB1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B8974-9D6A-6FC9-C130-98B9E408931A}"/>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-Generate Numbers</a:t>
            </a:r>
          </a:p>
        </p:txBody>
      </p:sp>
      <p:sp>
        <p:nvSpPr>
          <p:cNvPr id="12" name="Arc 11">
            <a:extLst>
              <a:ext uri="{FF2B5EF4-FFF2-40B4-BE49-F238E27FC236}">
                <a16:creationId xmlns:a16="http://schemas.microsoft.com/office/drawing/2014/main" id="{2EBA1FED-3B73-4731-4F74-FED0D1696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20977D0C-CFA1-5512-FD75-E1B8C1D6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51016A43-BB96-FD64-F1CF-A575FBB3AB7D}"/>
              </a:ext>
            </a:extLst>
          </p:cNvPr>
          <p:cNvSpPr>
            <a:spLocks noGrp="1"/>
          </p:cNvSpPr>
          <p:nvPr>
            <p:ph idx="1"/>
          </p:nvPr>
        </p:nvSpPr>
        <p:spPr>
          <a:xfrm>
            <a:off x="5134114" y="1391680"/>
            <a:ext cx="5535612" cy="3935412"/>
          </a:xfrm>
        </p:spPr>
        <p:txBody>
          <a:bodyPr>
            <a:normAutofit lnSpcReduction="10000"/>
          </a:bodyPr>
          <a:lstStyle/>
          <a:p>
            <a:pPr marL="0" marR="0">
              <a:buNone/>
            </a:pPr>
            <a:r>
              <a:rPr lang="en-US" sz="1600" b="1" dirty="0">
                <a:solidFill>
                  <a:srgbClr val="800000"/>
                </a:solidFill>
                <a:effectLst/>
                <a:latin typeface="Courier New" panose="02070309020205020404" pitchFamily="49" charset="0"/>
              </a:rPr>
              <a:t>WITH</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RECURSIVE</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generate_numbers</a:t>
            </a:r>
            <a:r>
              <a:rPr lang="en-US" sz="1600" dirty="0">
                <a:solidFill>
                  <a:srgbClr val="000000"/>
                </a:solidFill>
                <a:effectLst/>
                <a:latin typeface="Courier New" panose="02070309020205020404" pitchFamily="49" charset="0"/>
              </a:rPr>
              <a:t> (</a:t>
            </a:r>
            <a:r>
              <a:rPr lang="en-US" sz="1600" i="1" dirty="0">
                <a:solidFill>
                  <a:srgbClr val="006464"/>
                </a:solidFill>
                <a:effectLst/>
                <a:latin typeface="Courier New" panose="02070309020205020404" pitchFamily="49" charset="0"/>
              </a:rPr>
              <a:t>Num</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a:solidFill>
                  <a:srgbClr val="0000FF"/>
                </a:solidFill>
                <a:effectLst/>
                <a:latin typeface="Courier New" panose="02070309020205020404" pitchFamily="49" charset="0"/>
              </a:rPr>
              <a:t>1</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r>
              <a:rPr lang="en-US" sz="1600" i="1" dirty="0">
                <a:solidFill>
                  <a:srgbClr val="006464"/>
                </a:solidFill>
                <a:effectLst/>
                <a:latin typeface="Courier New" panose="02070309020205020404" pitchFamily="49" charset="0"/>
              </a:rPr>
              <a:t>Num</a:t>
            </a:r>
            <a:r>
              <a:rPr lang="en-US" sz="1600" dirty="0">
                <a:solidFill>
                  <a:srgbClr val="000000"/>
                </a:solidFill>
                <a:effectLst/>
                <a:latin typeface="Courier New" panose="02070309020205020404" pitchFamily="49" charset="0"/>
              </a:rPr>
              <a:t> </a:t>
            </a:r>
            <a:r>
              <a:rPr lang="en-US" sz="1600" dirty="0">
                <a:solidFill>
                  <a:srgbClr val="808080"/>
                </a:solidFill>
                <a:effectLst/>
                <a:latin typeface="Courier New" panose="02070309020205020404" pitchFamily="49" charset="0"/>
              </a:rPr>
              <a:t>-- Anchor query: initializes the sequence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UNION</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ALL</a:t>
            </a:r>
            <a:r>
              <a:rPr lang="en-US" sz="1600" dirty="0">
                <a:solidFill>
                  <a:srgbClr val="000000"/>
                </a:solidFill>
                <a:effectLst/>
                <a:latin typeface="Courier New" panose="02070309020205020404" pitchFamily="49" charset="0"/>
              </a:rPr>
              <a:t> </a:t>
            </a:r>
            <a:r>
              <a:rPr lang="en-US" sz="1600" dirty="0">
                <a:solidFill>
                  <a:srgbClr val="808080"/>
                </a:solidFill>
                <a:effectLst/>
                <a:latin typeface="Courier New" panose="02070309020205020404" pitchFamily="49" charset="0"/>
              </a:rPr>
              <a:t>-- Combines anchor query with the recursive query</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i="1" dirty="0">
                <a:solidFill>
                  <a:srgbClr val="006464"/>
                </a:solidFill>
                <a:effectLst/>
                <a:latin typeface="Courier New" panose="02070309020205020404" pitchFamily="49" charset="0"/>
              </a:rPr>
              <a:t>Num</a:t>
            </a:r>
            <a:r>
              <a:rPr lang="en-US" sz="1600" dirty="0">
                <a:solidFill>
                  <a:srgbClr val="000000"/>
                </a:solidFill>
                <a:effectLst/>
                <a:latin typeface="Courier New" panose="02070309020205020404" pitchFamily="49" charset="0"/>
              </a:rPr>
              <a:t> + </a:t>
            </a:r>
            <a:r>
              <a:rPr lang="en-US" sz="1600" dirty="0">
                <a:solidFill>
                  <a:srgbClr val="0000FF"/>
                </a:solidFill>
                <a:effectLst/>
                <a:latin typeface="Courier New" panose="02070309020205020404" pitchFamily="49" charset="0"/>
              </a:rPr>
              <a:t>1</a:t>
            </a:r>
            <a:r>
              <a:rPr lang="en-US" sz="1600" dirty="0">
                <a:solidFill>
                  <a:srgbClr val="000000"/>
                </a:solidFill>
                <a:effectLst/>
                <a:latin typeface="Courier New" panose="02070309020205020404" pitchFamily="49" charset="0"/>
              </a:rPr>
              <a:t> </a:t>
            </a:r>
            <a:r>
              <a:rPr lang="en-US" sz="1600" dirty="0">
                <a:solidFill>
                  <a:srgbClr val="808080"/>
                </a:solidFill>
                <a:effectLst/>
                <a:latin typeface="Courier New" panose="02070309020205020404" pitchFamily="49" charset="0"/>
              </a:rPr>
              <a:t>-- Recursive query: increments the number by 1</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generate_numbers</a:t>
            </a:r>
            <a:r>
              <a:rPr lang="en-US" sz="1600" dirty="0">
                <a:solidFill>
                  <a:srgbClr val="000000"/>
                </a:solidFill>
                <a:effectLst/>
                <a:latin typeface="Courier New" panose="02070309020205020404" pitchFamily="49" charset="0"/>
              </a:rPr>
              <a:t> </a:t>
            </a:r>
            <a:r>
              <a:rPr lang="en-US" sz="1600" dirty="0">
                <a:solidFill>
                  <a:srgbClr val="808080"/>
                </a:solidFill>
                <a:effectLst/>
                <a:latin typeface="Courier New" panose="02070309020205020404" pitchFamily="49" charset="0"/>
              </a:rPr>
              <a:t>-- References the CTE itself</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WHERE</a:t>
            </a:r>
            <a:r>
              <a:rPr lang="en-US" sz="1600" dirty="0">
                <a:solidFill>
                  <a:srgbClr val="000000"/>
                </a:solidFill>
                <a:effectLst/>
                <a:latin typeface="Courier New" panose="02070309020205020404" pitchFamily="49" charset="0"/>
              </a:rPr>
              <a:t> </a:t>
            </a:r>
            <a:r>
              <a:rPr lang="en-US" sz="1600" i="1" dirty="0">
                <a:solidFill>
                  <a:srgbClr val="006464"/>
                </a:solidFill>
                <a:effectLst/>
                <a:latin typeface="Courier New" panose="02070309020205020404" pitchFamily="49" charset="0"/>
              </a:rPr>
              <a:t>Num</a:t>
            </a:r>
            <a:r>
              <a:rPr lang="en-US" sz="1600" dirty="0">
                <a:solidFill>
                  <a:srgbClr val="000000"/>
                </a:solidFill>
                <a:effectLst/>
                <a:latin typeface="Courier New" panose="02070309020205020404" pitchFamily="49" charset="0"/>
              </a:rPr>
              <a:t> &lt;= </a:t>
            </a:r>
            <a:r>
              <a:rPr lang="en-US" sz="1600" dirty="0">
                <a:solidFill>
                  <a:srgbClr val="0000FF"/>
                </a:solidFill>
                <a:effectLst/>
                <a:latin typeface="Courier New" panose="02070309020205020404" pitchFamily="49" charset="0"/>
              </a:rPr>
              <a:t>99</a:t>
            </a:r>
            <a:r>
              <a:rPr lang="en-US" sz="1600" dirty="0">
                <a:solidFill>
                  <a:srgbClr val="000000"/>
                </a:solidFill>
                <a:effectLst/>
                <a:latin typeface="Courier New" panose="02070309020205020404" pitchFamily="49" charset="0"/>
              </a:rPr>
              <a:t> </a:t>
            </a:r>
            <a:r>
              <a:rPr lang="en-US" sz="1600" dirty="0">
                <a:solidFill>
                  <a:srgbClr val="808080"/>
                </a:solidFill>
                <a:effectLst/>
                <a:latin typeface="Courier New" panose="02070309020205020404" pitchFamily="49" charset="0"/>
              </a:rPr>
              <a:t>-- Termination condition: stops recursion after 99</a:t>
            </a:r>
            <a:endParaRPr lang="en-US" sz="1600" dirty="0">
              <a:solidFill>
                <a:srgbClr val="000000"/>
              </a:solidFill>
              <a:effectLst/>
              <a:latin typeface="Courier New" panose="02070309020205020404" pitchFamily="49" charset="0"/>
            </a:endParaRPr>
          </a:p>
          <a:p>
            <a:pPr marL="0" marR="0">
              <a:buNone/>
            </a:pPr>
            <a:r>
              <a:rPr lang="en-US" sz="1600" dirty="0">
                <a:solidFill>
                  <a:srgbClr val="000000"/>
                </a:solidFill>
                <a:effectLst/>
                <a:latin typeface="Courier New" panose="02070309020205020404" pitchFamily="49" charset="0"/>
              </a:rPr>
              <a:t>)</a:t>
            </a: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generate_numbers</a:t>
            </a:r>
            <a:r>
              <a:rPr lang="en-US" sz="1600" dirty="0">
                <a:solidFill>
                  <a:srgbClr val="FF0000"/>
                </a:solidFill>
                <a:effectLst/>
                <a:latin typeface="Courier New" panose="02070309020205020404" pitchFamily="49" charset="0"/>
              </a:rPr>
              <a:t>;</a:t>
            </a:r>
            <a:endParaRPr lang="en-US" sz="1600" dirty="0">
              <a:solidFill>
                <a:srgbClr val="000000"/>
              </a:solidFill>
              <a:effectLst/>
              <a:latin typeface="Courier New" panose="02070309020205020404" pitchFamily="49" charset="0"/>
            </a:endParaRPr>
          </a:p>
          <a:p>
            <a:endParaRPr lang="en-IN" sz="1500" dirty="0"/>
          </a:p>
        </p:txBody>
      </p:sp>
      <p:pic>
        <p:nvPicPr>
          <p:cNvPr id="5" name="Picture 4" descr="A screenshot of a computer&#10;&#10;AI-generated content may be incorrect.">
            <a:extLst>
              <a:ext uri="{FF2B5EF4-FFF2-40B4-BE49-F238E27FC236}">
                <a16:creationId xmlns:a16="http://schemas.microsoft.com/office/drawing/2014/main" id="{B50249C1-376E-02F5-D954-B214D6DC90DD}"/>
              </a:ext>
            </a:extLst>
          </p:cNvPr>
          <p:cNvPicPr>
            <a:picLocks noChangeAspect="1"/>
          </p:cNvPicPr>
          <p:nvPr/>
        </p:nvPicPr>
        <p:blipFill>
          <a:blip r:embed="rId2"/>
          <a:srcRect t="42846" r="67230"/>
          <a:stretch>
            <a:fillRect/>
          </a:stretch>
        </p:blipFill>
        <p:spPr>
          <a:xfrm>
            <a:off x="9428457" y="4169750"/>
            <a:ext cx="2788530" cy="3684150"/>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solidFill>
            <a:schemeClr val="accent2"/>
          </a:solidFill>
          <a:ln>
            <a:solidFill>
              <a:schemeClr val="accent1"/>
            </a:solidFill>
            <a:prstDash val="dash"/>
          </a:ln>
        </p:spPr>
      </p:pic>
    </p:spTree>
    <p:extLst>
      <p:ext uri="{BB962C8B-B14F-4D97-AF65-F5344CB8AC3E}">
        <p14:creationId xmlns:p14="http://schemas.microsoft.com/office/powerpoint/2010/main" val="1916323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7B7283-D3A6-0C7A-6CF8-D90FD4F9ED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6C8735-6B9C-9555-22DD-D2ACD1A7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31A614-2345-5858-73BC-A466C87E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49151-0457-9FEB-BA56-6814320EE585}"/>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-Generate Visuals</a:t>
            </a:r>
          </a:p>
        </p:txBody>
      </p:sp>
      <p:sp>
        <p:nvSpPr>
          <p:cNvPr id="12" name="Arc 11">
            <a:extLst>
              <a:ext uri="{FF2B5EF4-FFF2-40B4-BE49-F238E27FC236}">
                <a16:creationId xmlns:a16="http://schemas.microsoft.com/office/drawing/2014/main" id="{BCBFA254-E338-4474-F9CE-BD527D4E1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968C012F-4AA3-9D4E-9953-BF2BFBAE9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44098A95-F5F6-5382-B156-0840B905E612}"/>
              </a:ext>
            </a:extLst>
          </p:cNvPr>
          <p:cNvSpPr>
            <a:spLocks noGrp="1"/>
          </p:cNvSpPr>
          <p:nvPr>
            <p:ph idx="1"/>
          </p:nvPr>
        </p:nvSpPr>
        <p:spPr>
          <a:xfrm>
            <a:off x="5134114" y="1391680"/>
            <a:ext cx="5535612" cy="3935412"/>
          </a:xfrm>
        </p:spPr>
        <p:txBody>
          <a:bodyPr>
            <a:normAutofit fontScale="92500" lnSpcReduction="20000"/>
          </a:bodyPr>
          <a:lstStyle/>
          <a:p>
            <a:pPr marL="0" marR="0">
              <a:buNone/>
            </a:pPr>
            <a:r>
              <a:rPr lang="en-IN" sz="1600" b="1" dirty="0">
                <a:solidFill>
                  <a:srgbClr val="800000"/>
                </a:solidFill>
                <a:effectLst/>
                <a:latin typeface="Courier New" panose="02070309020205020404" pitchFamily="49" charset="0"/>
              </a:rPr>
              <a:t>WITH</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RECURSIVE</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generate_visuals</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Num</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Num</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Anchor query: initializes the sequence</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Combines anchor query with the recursive query</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Num</a:t>
            </a:r>
            <a:r>
              <a:rPr lang="en-IN" sz="1600" dirty="0">
                <a:solidFill>
                  <a:srgbClr val="000000"/>
                </a:solidFill>
                <a:effectLst/>
                <a:latin typeface="Courier New" panose="02070309020205020404" pitchFamily="49" charset="0"/>
              </a:rPr>
              <a:t> +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Recursive query: increments the number by 1</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FROM</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generate_visuals</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References the CTE itself</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WHERE</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Num</a:t>
            </a:r>
            <a:r>
              <a:rPr lang="en-IN" sz="1600" dirty="0">
                <a:solidFill>
                  <a:srgbClr val="000000"/>
                </a:solidFill>
                <a:effectLst/>
                <a:latin typeface="Courier New" panose="02070309020205020404" pitchFamily="49" charset="0"/>
              </a:rPr>
              <a:t> &lt;= </a:t>
            </a:r>
            <a:r>
              <a:rPr lang="en-IN" sz="1600" dirty="0">
                <a:solidFill>
                  <a:srgbClr val="0000FF"/>
                </a:solidFill>
                <a:effectLst/>
                <a:latin typeface="Courier New" panose="02070309020205020404" pitchFamily="49" charset="0"/>
              </a:rPr>
              <a:t>99</a:t>
            </a:r>
            <a:r>
              <a:rPr lang="en-IN" sz="1600" dirty="0">
                <a:solidFill>
                  <a:srgbClr val="000000"/>
                </a:solidFill>
                <a:effectLst/>
                <a:latin typeface="Courier New" panose="02070309020205020404" pitchFamily="49" charset="0"/>
              </a:rPr>
              <a:t> </a:t>
            </a:r>
          </a:p>
          <a:p>
            <a:pPr marL="0" marR="0">
              <a:buNone/>
            </a:pPr>
            <a:r>
              <a:rPr lang="en-IN" sz="1600" dirty="0">
                <a:solidFill>
                  <a:srgbClr val="808080"/>
                </a:solidFill>
                <a:effectLst/>
                <a:latin typeface="Courier New" panose="02070309020205020404" pitchFamily="49" charset="0"/>
              </a:rPr>
              <a:t>-- Termination condition: stops recursion after 99</a:t>
            </a:r>
            <a:endParaRPr lang="en-IN" sz="1600" dirty="0">
              <a:solidFill>
                <a:srgbClr val="000000"/>
              </a:solidFill>
              <a:effectLst/>
              <a:latin typeface="Courier New" panose="02070309020205020404" pitchFamily="49" charset="0"/>
            </a:endParaRPr>
          </a:p>
          <a:p>
            <a:pPr marL="0" marR="0">
              <a:buNone/>
            </a:pP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replicate(</a:t>
            </a:r>
            <a:r>
              <a:rPr lang="en-IN" sz="1600" dirty="0">
                <a:solidFill>
                  <a:srgbClr val="008000"/>
                </a:solidFill>
                <a:effectLst/>
                <a:latin typeface="Courier New" panose="02070309020205020404" pitchFamily="49" charset="0"/>
              </a:rPr>
              <a:t>'*'</a:t>
            </a:r>
            <a:r>
              <a:rPr lang="en-IN" sz="1600" dirty="0">
                <a:solidFill>
                  <a:srgbClr val="000000"/>
                </a:solidFill>
                <a:effectLst/>
                <a:latin typeface="Courier New" panose="02070309020205020404" pitchFamily="49" charset="0"/>
              </a:rPr>
              <a:t>,</a:t>
            </a:r>
            <a:r>
              <a:rPr lang="en-IN" sz="1600" i="1" dirty="0">
                <a:solidFill>
                  <a:srgbClr val="006464"/>
                </a:solidFill>
                <a:effectLst/>
                <a:latin typeface="Courier New" panose="02070309020205020404" pitchFamily="49" charset="0"/>
              </a:rPr>
              <a:t>Num</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FROM</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generate_visuals</a:t>
            </a:r>
            <a:r>
              <a:rPr lang="en-IN" sz="1600" dirty="0">
                <a:solidFill>
                  <a:srgbClr val="FF0000"/>
                </a:solidFill>
                <a:effectLst/>
                <a:latin typeface="Courier New" panose="02070309020205020404" pitchFamily="49" charset="0"/>
              </a:rPr>
              <a:t>;</a:t>
            </a:r>
            <a:endParaRPr lang="en-IN" sz="1600" dirty="0">
              <a:solidFill>
                <a:srgbClr val="000000"/>
              </a:solidFill>
              <a:effectLst/>
              <a:latin typeface="Courier New" panose="02070309020205020404" pitchFamily="49" charset="0"/>
            </a:endParaRPr>
          </a:p>
          <a:p>
            <a:endParaRPr lang="en-IN" sz="1500" dirty="0"/>
          </a:p>
        </p:txBody>
      </p:sp>
      <p:pic>
        <p:nvPicPr>
          <p:cNvPr id="3" name="Picture 2" descr="A screenshot of a computer&#10;&#10;AI-generated content may be incorrect.">
            <a:extLst>
              <a:ext uri="{FF2B5EF4-FFF2-40B4-BE49-F238E27FC236}">
                <a16:creationId xmlns:a16="http://schemas.microsoft.com/office/drawing/2014/main" id="{3D2EBDD5-99FC-2987-16AD-546A0C7B4C38}"/>
              </a:ext>
            </a:extLst>
          </p:cNvPr>
          <p:cNvPicPr>
            <a:picLocks noChangeAspect="1"/>
          </p:cNvPicPr>
          <p:nvPr/>
        </p:nvPicPr>
        <p:blipFill>
          <a:blip r:embed="rId2"/>
          <a:srcRect t="35683" r="70544"/>
          <a:stretch>
            <a:fillRect/>
          </a:stretch>
        </p:blipFill>
        <p:spPr>
          <a:xfrm>
            <a:off x="9714649" y="2539634"/>
            <a:ext cx="3238488" cy="5400471"/>
          </a:xfrm>
          <a:prstGeom prst="rect">
            <a:avLst/>
          </a:prstGeom>
          <a:solidFill>
            <a:schemeClr val="accent2"/>
          </a:solidFill>
          <a:ln>
            <a:solidFill>
              <a:schemeClr val="accent1"/>
            </a:solidFill>
            <a:prstDash val="dash"/>
          </a:ln>
        </p:spPr>
      </p:pic>
    </p:spTree>
    <p:extLst>
      <p:ext uri="{BB962C8B-B14F-4D97-AF65-F5344CB8AC3E}">
        <p14:creationId xmlns:p14="http://schemas.microsoft.com/office/powerpoint/2010/main" val="1013472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081A5F-E5C8-7841-7C16-D29DF1F5056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0AD21-C339-9FC7-02AA-EC64C9C30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C1A8ECB-7A4E-7E91-3D8F-4E6254142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D3DCC-3342-F184-B0D5-F9D748C8603C}"/>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-Generate Calendar</a:t>
            </a:r>
          </a:p>
        </p:txBody>
      </p:sp>
      <p:sp>
        <p:nvSpPr>
          <p:cNvPr id="12" name="Arc 11">
            <a:extLst>
              <a:ext uri="{FF2B5EF4-FFF2-40B4-BE49-F238E27FC236}">
                <a16:creationId xmlns:a16="http://schemas.microsoft.com/office/drawing/2014/main" id="{606D2C2E-45BC-47BB-4939-90318FD56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2713732-67CD-B488-00D9-33BFC8AEA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8B286CC9-D574-3357-1F01-EA7B26ABECA9}"/>
              </a:ext>
            </a:extLst>
          </p:cNvPr>
          <p:cNvSpPr>
            <a:spLocks noGrp="1"/>
          </p:cNvSpPr>
          <p:nvPr>
            <p:ph idx="1"/>
          </p:nvPr>
        </p:nvSpPr>
        <p:spPr>
          <a:xfrm>
            <a:off x="5134114" y="1391680"/>
            <a:ext cx="5535612" cy="3935412"/>
          </a:xfrm>
        </p:spPr>
        <p:txBody>
          <a:bodyPr>
            <a:normAutofit fontScale="85000" lnSpcReduction="20000"/>
          </a:bodyPr>
          <a:lstStyle/>
          <a:p>
            <a:pPr marL="0" marR="0">
              <a:buNone/>
            </a:pPr>
            <a:r>
              <a:rPr lang="en-US" sz="1600" b="1" dirty="0">
                <a:solidFill>
                  <a:srgbClr val="800000"/>
                </a:solidFill>
                <a:effectLst/>
                <a:latin typeface="Courier New" panose="02070309020205020404" pitchFamily="49" charset="0"/>
              </a:rPr>
              <a:t>WITH</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RECURSIVE</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generate_calendar</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p>
          <a:p>
            <a:pPr marL="0" marR="0">
              <a:buNone/>
            </a:pPr>
            <a:r>
              <a:rPr lang="en-US" sz="1600" dirty="0">
                <a:solidFill>
                  <a:srgbClr val="808080"/>
                </a:solidFill>
                <a:effectLst/>
                <a:latin typeface="Courier New" panose="02070309020205020404" pitchFamily="49" charset="0"/>
              </a:rPr>
              <a:t>-- Anchor query: start with today’s 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getdate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UNION</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ALL</a:t>
            </a:r>
            <a:endParaRPr lang="en-US" sz="1600" dirty="0">
              <a:solidFill>
                <a:srgbClr val="000000"/>
              </a:solidFill>
              <a:effectLst/>
              <a:latin typeface="Courier New" panose="02070309020205020404" pitchFamily="49" charset="0"/>
            </a:endParaRPr>
          </a:p>
          <a:p>
            <a:pPr marL="0" marR="0">
              <a:buNone/>
            </a:pPr>
            <a:r>
              <a:rPr lang="en-US" sz="1600" dirty="0">
                <a:solidFill>
                  <a:srgbClr val="808080"/>
                </a:solidFill>
                <a:effectLst/>
                <a:latin typeface="Courier New" panose="02070309020205020404" pitchFamily="49" charset="0"/>
              </a:rPr>
              <a:t>-- Recursive query: add 1 day each time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dateadd</a:t>
            </a:r>
            <a:r>
              <a:rPr lang="en-US" sz="1600" dirty="0">
                <a:solidFill>
                  <a:srgbClr val="000000"/>
                </a:solidFill>
                <a:effectLst/>
                <a:latin typeface="Courier New" panose="02070309020205020404" pitchFamily="49" charset="0"/>
              </a:rPr>
              <a:t>(</a:t>
            </a:r>
            <a:r>
              <a:rPr lang="en-US" sz="1600" b="1" dirty="0">
                <a:solidFill>
                  <a:srgbClr val="800000"/>
                </a:solidFill>
                <a:effectLst/>
                <a:latin typeface="Courier New" panose="02070309020205020404" pitchFamily="49" charset="0"/>
              </a:rPr>
              <a:t>day</a:t>
            </a:r>
            <a:r>
              <a:rPr lang="en-US" sz="1600" dirty="0">
                <a:solidFill>
                  <a:srgbClr val="000000"/>
                </a:solidFill>
                <a:effectLst/>
                <a:latin typeface="Courier New" panose="02070309020205020404" pitchFamily="49" charset="0"/>
              </a:rPr>
              <a:t>, </a:t>
            </a:r>
            <a:r>
              <a:rPr lang="en-US" sz="1600" dirty="0">
                <a:solidFill>
                  <a:srgbClr val="0000FF"/>
                </a:solidFill>
                <a:effectLst/>
                <a:latin typeface="Courier New" panose="02070309020205020404" pitchFamily="49" charset="0"/>
              </a:rPr>
              <a:t>1</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u="sng" dirty="0" err="1">
                <a:solidFill>
                  <a:srgbClr val="6C5151"/>
                </a:solidFill>
                <a:effectLst/>
                <a:latin typeface="Courier New" panose="02070309020205020404" pitchFamily="49" charset="0"/>
              </a:rPr>
              <a:t>generate_calendar</a:t>
            </a:r>
            <a:endParaRPr lang="en-US" sz="1600" dirty="0">
              <a:solidFill>
                <a:srgbClr val="000000"/>
              </a:solidFill>
              <a:effectLst/>
              <a:latin typeface="Courier New" panose="02070309020205020404" pitchFamily="49" charset="0"/>
            </a:endParaRPr>
          </a:p>
          <a:p>
            <a:pPr marL="0" marR="0">
              <a:buNone/>
            </a:pPr>
            <a:r>
              <a:rPr lang="en-US" sz="1600" dirty="0">
                <a:solidFill>
                  <a:srgbClr val="808080"/>
                </a:solidFill>
                <a:effectLst/>
                <a:latin typeface="Courier New" panose="02070309020205020404" pitchFamily="49" charset="0"/>
              </a:rPr>
              <a:t>-- Termination condition: stop after 365 days from today</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WHERE</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&lt; </a:t>
            </a:r>
            <a:r>
              <a:rPr lang="en-US" sz="1600" dirty="0" err="1">
                <a:solidFill>
                  <a:srgbClr val="000000"/>
                </a:solidFill>
                <a:effectLst/>
                <a:latin typeface="Courier New" panose="02070309020205020404" pitchFamily="49" charset="0"/>
              </a:rPr>
              <a:t>dateadd</a:t>
            </a:r>
            <a:r>
              <a:rPr lang="en-US" sz="1600" dirty="0">
                <a:solidFill>
                  <a:srgbClr val="000000"/>
                </a:solidFill>
                <a:effectLst/>
                <a:latin typeface="Courier New" panose="02070309020205020404" pitchFamily="49" charset="0"/>
              </a:rPr>
              <a:t>(</a:t>
            </a:r>
            <a:r>
              <a:rPr lang="en-US" sz="1600" b="1" u="sng" dirty="0">
                <a:solidFill>
                  <a:srgbClr val="800000"/>
                </a:solidFill>
                <a:effectLst/>
                <a:latin typeface="Courier New" panose="02070309020205020404" pitchFamily="49" charset="0"/>
              </a:rPr>
              <a:t>day</a:t>
            </a:r>
            <a:r>
              <a:rPr lang="en-US" sz="1600" dirty="0">
                <a:solidFill>
                  <a:srgbClr val="000000"/>
                </a:solidFill>
                <a:effectLst/>
                <a:latin typeface="Courier New" panose="02070309020205020404" pitchFamily="49" charset="0"/>
              </a:rPr>
              <a:t>, </a:t>
            </a:r>
            <a:r>
              <a:rPr lang="en-US" sz="1600" dirty="0">
                <a:solidFill>
                  <a:srgbClr val="0000FF"/>
                </a:solidFill>
                <a:effectLst/>
                <a:latin typeface="Courier New" panose="02070309020205020404" pitchFamily="49" charset="0"/>
              </a:rPr>
              <a:t>365</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getdate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r>
              <a:rPr lang="en-US" sz="1600" dirty="0">
                <a:solidFill>
                  <a:srgbClr val="000000"/>
                </a:solidFill>
                <a:effectLst/>
                <a:latin typeface="Courier New" panose="02070309020205020404" pitchFamily="49" charset="0"/>
              </a:rPr>
              <a:t>)</a:t>
            </a:r>
          </a:p>
          <a:p>
            <a:pPr marL="0" marR="0">
              <a:buNone/>
            </a:pPr>
            <a:r>
              <a:rPr lang="en-US" sz="1600" dirty="0">
                <a:solidFill>
                  <a:srgbClr val="000000"/>
                </a:solidFill>
                <a:effectLst/>
                <a:latin typeface="Courier New" panose="02070309020205020404" pitchFamily="49" charset="0"/>
              </a:rPr>
              <a:t>)</a:t>
            </a: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r>
              <a:rPr lang="en-US" sz="1600" b="1" dirty="0">
                <a:solidFill>
                  <a:srgbClr val="000080"/>
                </a:solidFill>
                <a:effectLst/>
                <a:latin typeface="Courier New" panose="02070309020205020404" pitchFamily="49" charset="0"/>
              </a:rPr>
              <a:t>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generate_calendar</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ORDER</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BY</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ASC</a:t>
            </a:r>
            <a:r>
              <a:rPr lang="en-US" sz="1600" dirty="0">
                <a:solidFill>
                  <a:srgbClr val="FF0000"/>
                </a:solidFill>
                <a:effectLst/>
                <a:latin typeface="Courier New" panose="02070309020205020404" pitchFamily="49" charset="0"/>
              </a:rPr>
              <a:t>;</a:t>
            </a:r>
            <a:endParaRPr lang="en-US" sz="1600" dirty="0">
              <a:solidFill>
                <a:srgbClr val="000000"/>
              </a:solidFill>
              <a:effectLst/>
              <a:latin typeface="Courier New" panose="02070309020205020404" pitchFamily="49" charset="0"/>
            </a:endParaRPr>
          </a:p>
          <a:p>
            <a:endParaRPr lang="en-IN" sz="1500" dirty="0"/>
          </a:p>
        </p:txBody>
      </p:sp>
      <p:pic>
        <p:nvPicPr>
          <p:cNvPr id="6" name="Picture 5" descr="A screenshot of a computer&#10;&#10;AI-generated content may be incorrect.">
            <a:extLst>
              <a:ext uri="{FF2B5EF4-FFF2-40B4-BE49-F238E27FC236}">
                <a16:creationId xmlns:a16="http://schemas.microsoft.com/office/drawing/2014/main" id="{C6528403-9FF6-AC92-E8D6-AFCCD3C77C65}"/>
              </a:ext>
            </a:extLst>
          </p:cNvPr>
          <p:cNvPicPr>
            <a:picLocks noChangeAspect="1"/>
          </p:cNvPicPr>
          <p:nvPr/>
        </p:nvPicPr>
        <p:blipFill>
          <a:blip r:embed="rId2"/>
          <a:stretch>
            <a:fillRect/>
          </a:stretch>
        </p:blipFill>
        <p:spPr>
          <a:xfrm>
            <a:off x="8994634" y="3706264"/>
            <a:ext cx="3325051" cy="4523943"/>
          </a:xfrm>
          <a:prstGeom prst="rect">
            <a:avLst/>
          </a:prstGeom>
          <a:ln>
            <a:solidFill>
              <a:schemeClr val="accent1"/>
            </a:solidFill>
            <a:prstDash val="dash"/>
          </a:ln>
        </p:spPr>
      </p:pic>
    </p:spTree>
    <p:extLst>
      <p:ext uri="{BB962C8B-B14F-4D97-AF65-F5344CB8AC3E}">
        <p14:creationId xmlns:p14="http://schemas.microsoft.com/office/powerpoint/2010/main" val="186372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487D27-C661-A9C8-E261-51C2D5BBC9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39A3DF-1C34-A50C-7E74-2CFB653CD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7B68AF-2E89-9699-1714-B5E4E8E1D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C20896-25DC-EB46-510A-E57E67DB795E}"/>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-Generate Calendar for last 5 years</a:t>
            </a:r>
          </a:p>
        </p:txBody>
      </p:sp>
      <p:sp>
        <p:nvSpPr>
          <p:cNvPr id="12" name="Arc 11">
            <a:extLst>
              <a:ext uri="{FF2B5EF4-FFF2-40B4-BE49-F238E27FC236}">
                <a16:creationId xmlns:a16="http://schemas.microsoft.com/office/drawing/2014/main" id="{79D89693-5AFC-25CC-A0F5-B853B9271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1CE9AB0A-1A83-27DF-882B-D18EECA77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D3B781F7-5146-6ECA-6E1A-329F0FCB54F9}"/>
              </a:ext>
            </a:extLst>
          </p:cNvPr>
          <p:cNvSpPr>
            <a:spLocks noGrp="1"/>
          </p:cNvSpPr>
          <p:nvPr>
            <p:ph idx="1"/>
          </p:nvPr>
        </p:nvSpPr>
        <p:spPr>
          <a:xfrm>
            <a:off x="5134114" y="1391680"/>
            <a:ext cx="5535612" cy="3935412"/>
          </a:xfrm>
        </p:spPr>
        <p:txBody>
          <a:bodyPr>
            <a:normAutofit fontScale="77500" lnSpcReduction="20000"/>
          </a:bodyPr>
          <a:lstStyle/>
          <a:p>
            <a:pPr marL="0" marR="0">
              <a:buNone/>
            </a:pPr>
            <a:r>
              <a:rPr lang="en-US" sz="1600" b="1" dirty="0">
                <a:solidFill>
                  <a:srgbClr val="800000"/>
                </a:solidFill>
                <a:effectLst/>
                <a:latin typeface="Courier New" panose="02070309020205020404" pitchFamily="49" charset="0"/>
              </a:rPr>
              <a:t>WITH</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RECURSIVE</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generate_calendar_last_five_years</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p>
          <a:p>
            <a:pPr marL="0" marR="0">
              <a:buNone/>
            </a:pPr>
            <a:r>
              <a:rPr lang="en-US" sz="1600" dirty="0">
                <a:solidFill>
                  <a:srgbClr val="808080"/>
                </a:solidFill>
                <a:effectLst/>
                <a:latin typeface="Courier New" panose="02070309020205020404" pitchFamily="49" charset="0"/>
              </a:rPr>
              <a:t>-- Anchor query: start from Jan 1, five years ago</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dateadd</a:t>
            </a:r>
            <a:r>
              <a:rPr lang="en-US" sz="1600" dirty="0">
                <a:solidFill>
                  <a:srgbClr val="000000"/>
                </a:solidFill>
                <a:effectLst/>
                <a:latin typeface="Courier New" panose="02070309020205020404" pitchFamily="49" charset="0"/>
              </a:rPr>
              <a:t>(</a:t>
            </a:r>
            <a:r>
              <a:rPr lang="en-US" sz="1600" b="1" dirty="0">
                <a:solidFill>
                  <a:srgbClr val="800000"/>
                </a:solidFill>
                <a:effectLst/>
                <a:latin typeface="Courier New" panose="02070309020205020404" pitchFamily="49" charset="0"/>
              </a:rPr>
              <a:t>year</a:t>
            </a:r>
            <a:r>
              <a:rPr lang="en-US" sz="1600" dirty="0">
                <a:solidFill>
                  <a:srgbClr val="000000"/>
                </a:solidFill>
                <a:effectLst/>
                <a:latin typeface="Courier New" panose="02070309020205020404" pitchFamily="49" charset="0"/>
              </a:rPr>
              <a:t>,-</a:t>
            </a:r>
            <a:r>
              <a:rPr lang="en-US" sz="1600" dirty="0">
                <a:solidFill>
                  <a:srgbClr val="0000FF"/>
                </a:solidFill>
                <a:effectLst/>
                <a:latin typeface="Courier New" panose="02070309020205020404" pitchFamily="49" charset="0"/>
              </a:rPr>
              <a:t>5</a:t>
            </a:r>
            <a:r>
              <a:rPr lang="en-US" sz="1600" dirty="0">
                <a:solidFill>
                  <a:srgbClr val="000000"/>
                </a:solidFill>
                <a:effectLst/>
                <a:latin typeface="Courier New" panose="02070309020205020404" pitchFamily="49" charset="0"/>
              </a:rPr>
              <a:t>, </a:t>
            </a:r>
            <a:r>
              <a:rPr lang="en-US" sz="1600" b="1" dirty="0" err="1">
                <a:solidFill>
                  <a:srgbClr val="000080"/>
                </a:solidFill>
                <a:effectLst/>
                <a:latin typeface="Courier New" panose="02070309020205020404" pitchFamily="49" charset="0"/>
              </a:rPr>
              <a:t>date_trunc</a:t>
            </a:r>
            <a:r>
              <a:rPr lang="en-US" sz="1600" dirty="0">
                <a:solidFill>
                  <a:srgbClr val="000000"/>
                </a:solidFill>
                <a:effectLst/>
                <a:latin typeface="Courier New" panose="02070309020205020404" pitchFamily="49" charset="0"/>
              </a:rPr>
              <a:t>(</a:t>
            </a:r>
            <a:r>
              <a:rPr lang="en-US" sz="1600" dirty="0">
                <a:solidFill>
                  <a:srgbClr val="008000"/>
                </a:solidFill>
                <a:effectLst/>
                <a:latin typeface="Courier New" panose="02070309020205020404" pitchFamily="49" charset="0"/>
              </a:rPr>
              <a:t>'year'</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getdate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UNION</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ALL</a:t>
            </a:r>
            <a:endParaRPr lang="en-US" sz="1600" dirty="0">
              <a:solidFill>
                <a:srgbClr val="000000"/>
              </a:solidFill>
              <a:effectLst/>
              <a:latin typeface="Courier New" panose="02070309020205020404" pitchFamily="49" charset="0"/>
            </a:endParaRPr>
          </a:p>
          <a:p>
            <a:pPr marL="0" marR="0">
              <a:buNone/>
            </a:pPr>
            <a:r>
              <a:rPr lang="en-US" sz="1600" dirty="0">
                <a:solidFill>
                  <a:srgbClr val="808080"/>
                </a:solidFill>
                <a:effectLst/>
                <a:latin typeface="Courier New" panose="02070309020205020404" pitchFamily="49" charset="0"/>
              </a:rPr>
              <a:t>-- Recursive query: add 1 day</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dateadd</a:t>
            </a:r>
            <a:r>
              <a:rPr lang="en-US" sz="1600" dirty="0">
                <a:solidFill>
                  <a:srgbClr val="000000"/>
                </a:solidFill>
                <a:effectLst/>
                <a:latin typeface="Courier New" panose="02070309020205020404" pitchFamily="49" charset="0"/>
              </a:rPr>
              <a:t>(</a:t>
            </a:r>
            <a:r>
              <a:rPr lang="en-US" sz="1600" b="1" dirty="0">
                <a:solidFill>
                  <a:srgbClr val="800000"/>
                </a:solidFill>
                <a:effectLst/>
                <a:latin typeface="Courier New" panose="02070309020205020404" pitchFamily="49" charset="0"/>
              </a:rPr>
              <a:t>day</a:t>
            </a:r>
            <a:r>
              <a:rPr lang="en-US" sz="1600" dirty="0">
                <a:solidFill>
                  <a:srgbClr val="000000"/>
                </a:solidFill>
                <a:effectLst/>
                <a:latin typeface="Courier New" panose="02070309020205020404" pitchFamily="49" charset="0"/>
              </a:rPr>
              <a:t>, </a:t>
            </a:r>
            <a:r>
              <a:rPr lang="en-US" sz="1600" dirty="0">
                <a:solidFill>
                  <a:srgbClr val="0000FF"/>
                </a:solidFill>
                <a:effectLst/>
                <a:latin typeface="Courier New" panose="02070309020205020404" pitchFamily="49" charset="0"/>
              </a:rPr>
              <a:t>1</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generate_calendar_last_five_years</a:t>
            </a:r>
            <a:endParaRPr lang="en-US" sz="1600" dirty="0">
              <a:solidFill>
                <a:srgbClr val="000000"/>
              </a:solidFill>
              <a:effectLst/>
              <a:latin typeface="Courier New" panose="02070309020205020404" pitchFamily="49" charset="0"/>
            </a:endParaRPr>
          </a:p>
          <a:p>
            <a:pPr marL="0" marR="0">
              <a:buNone/>
            </a:pPr>
            <a:r>
              <a:rPr lang="en-US" sz="1600" dirty="0">
                <a:solidFill>
                  <a:srgbClr val="808080"/>
                </a:solidFill>
                <a:effectLst/>
                <a:latin typeface="Courier New" panose="02070309020205020404" pitchFamily="49" charset="0"/>
              </a:rPr>
              <a:t>-- Termination condition: stop at Jan 1 of next year</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WHERE</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&lt; </a:t>
            </a:r>
            <a:r>
              <a:rPr lang="en-US" sz="1600" dirty="0" err="1">
                <a:solidFill>
                  <a:srgbClr val="000000"/>
                </a:solidFill>
                <a:effectLst/>
                <a:latin typeface="Courier New" panose="02070309020205020404" pitchFamily="49" charset="0"/>
              </a:rPr>
              <a:t>dateadd</a:t>
            </a:r>
            <a:r>
              <a:rPr lang="en-US" sz="1600" dirty="0">
                <a:solidFill>
                  <a:srgbClr val="000000"/>
                </a:solidFill>
                <a:effectLst/>
                <a:latin typeface="Courier New" panose="02070309020205020404" pitchFamily="49" charset="0"/>
              </a:rPr>
              <a:t>(</a:t>
            </a:r>
            <a:r>
              <a:rPr lang="en-US" sz="1600" b="1" dirty="0">
                <a:solidFill>
                  <a:srgbClr val="800000"/>
                </a:solidFill>
                <a:effectLst/>
                <a:latin typeface="Courier New" panose="02070309020205020404" pitchFamily="49" charset="0"/>
              </a:rPr>
              <a:t>year</a:t>
            </a:r>
            <a:r>
              <a:rPr lang="en-US" sz="1600" dirty="0">
                <a:solidFill>
                  <a:srgbClr val="000000"/>
                </a:solidFill>
                <a:effectLst/>
                <a:latin typeface="Courier New" panose="02070309020205020404" pitchFamily="49" charset="0"/>
              </a:rPr>
              <a:t>,</a:t>
            </a:r>
            <a:r>
              <a:rPr lang="en-US" sz="1600" dirty="0">
                <a:solidFill>
                  <a:srgbClr val="0000FF"/>
                </a:solidFill>
                <a:effectLst/>
                <a:latin typeface="Courier New" panose="02070309020205020404" pitchFamily="49" charset="0"/>
              </a:rPr>
              <a:t>1</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date_trunc</a:t>
            </a:r>
            <a:r>
              <a:rPr lang="en-US" sz="1600" dirty="0">
                <a:solidFill>
                  <a:srgbClr val="000000"/>
                </a:solidFill>
                <a:effectLst/>
                <a:latin typeface="Courier New" panose="02070309020205020404" pitchFamily="49" charset="0"/>
              </a:rPr>
              <a:t>(</a:t>
            </a:r>
            <a:r>
              <a:rPr lang="en-US" sz="1600" dirty="0">
                <a:solidFill>
                  <a:srgbClr val="008000"/>
                </a:solidFill>
                <a:effectLst/>
                <a:latin typeface="Courier New" panose="02070309020205020404" pitchFamily="49" charset="0"/>
              </a:rPr>
              <a:t>'year'</a:t>
            </a:r>
            <a:r>
              <a:rPr lang="en-US" sz="1600" dirty="0">
                <a:solidFill>
                  <a:srgbClr val="000000"/>
                </a:solidFill>
                <a:effectLst/>
                <a:latin typeface="Courier New" panose="02070309020205020404" pitchFamily="49" charset="0"/>
              </a:rPr>
              <a:t>, </a:t>
            </a:r>
            <a:r>
              <a:rPr lang="en-US" sz="1600" dirty="0" err="1">
                <a:solidFill>
                  <a:srgbClr val="000000"/>
                </a:solidFill>
                <a:effectLst/>
                <a:latin typeface="Courier New" panose="02070309020205020404" pitchFamily="49" charset="0"/>
              </a:rPr>
              <a:t>getdate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r>
              <a:rPr lang="en-US" sz="1600" dirty="0">
                <a:solidFill>
                  <a:srgbClr val="000000"/>
                </a:solidFill>
                <a:effectLst/>
                <a:latin typeface="Courier New" panose="02070309020205020404" pitchFamily="49" charset="0"/>
              </a:rPr>
              <a:t>))::</a:t>
            </a:r>
            <a:r>
              <a:rPr lang="en-US" sz="1600" b="1" dirty="0">
                <a:solidFill>
                  <a:srgbClr val="000080"/>
                </a:solidFill>
                <a:effectLst/>
                <a:latin typeface="Courier New" panose="02070309020205020404" pitchFamily="49" charset="0"/>
              </a:rPr>
              <a:t>date</a:t>
            </a:r>
            <a:endParaRPr lang="en-US" sz="1600" dirty="0">
              <a:solidFill>
                <a:srgbClr val="000000"/>
              </a:solidFill>
              <a:effectLst/>
              <a:latin typeface="Courier New" panose="02070309020205020404" pitchFamily="49" charset="0"/>
            </a:endParaRPr>
          </a:p>
          <a:p>
            <a:pPr marL="0" marR="0">
              <a:buNone/>
            </a:pPr>
            <a:r>
              <a:rPr lang="en-US" sz="1600" dirty="0">
                <a:solidFill>
                  <a:srgbClr val="000000"/>
                </a:solidFill>
                <a:effectLst/>
                <a:latin typeface="Courier New" panose="02070309020205020404" pitchFamily="49" charset="0"/>
              </a:rPr>
              <a:t>)</a:t>
            </a:r>
          </a:p>
          <a:p>
            <a:pPr marL="0" marR="0">
              <a:buNone/>
            </a:pPr>
            <a:r>
              <a:rPr lang="en-US" sz="1600" b="1" dirty="0">
                <a:solidFill>
                  <a:srgbClr val="800000"/>
                </a:solidFill>
                <a:effectLst/>
                <a:latin typeface="Courier New" panose="02070309020205020404" pitchFamily="49" charset="0"/>
              </a:rPr>
              <a:t>SELECT</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a:t>
            </a:r>
            <a:r>
              <a:rPr lang="en-US" sz="1600" dirty="0">
                <a:solidFill>
                  <a:srgbClr val="000000"/>
                </a:solidFill>
                <a:effectLst/>
                <a:latin typeface="Courier New" panose="02070309020205020404" pitchFamily="49" charset="0"/>
              </a:rPr>
              <a:t> </a:t>
            </a:r>
            <a:r>
              <a:rPr lang="en-US" sz="1600" i="1" dirty="0">
                <a:solidFill>
                  <a:srgbClr val="006464"/>
                </a:solidFill>
                <a:effectLst/>
                <a:latin typeface="Courier New" panose="02070309020205020404" pitchFamily="49" charset="0"/>
              </a:rPr>
              <a:t>date</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FROM</a:t>
            </a:r>
            <a:r>
              <a:rPr lang="en-US" sz="1600" dirty="0">
                <a:solidFill>
                  <a:srgbClr val="000000"/>
                </a:solidFill>
                <a:effectLst/>
                <a:latin typeface="Courier New" panose="02070309020205020404" pitchFamily="49" charset="0"/>
              </a:rPr>
              <a:t> </a:t>
            </a:r>
            <a:r>
              <a:rPr lang="en-US" sz="1600" i="1" dirty="0" err="1">
                <a:solidFill>
                  <a:srgbClr val="8E00C6"/>
                </a:solidFill>
                <a:effectLst/>
                <a:latin typeface="Courier New" panose="02070309020205020404" pitchFamily="49" charset="0"/>
              </a:rPr>
              <a:t>generate_calendar_last_five_years</a:t>
            </a:r>
            <a:endParaRPr lang="en-US" sz="1600" dirty="0">
              <a:solidFill>
                <a:srgbClr val="000000"/>
              </a:solidFill>
              <a:effectLst/>
              <a:latin typeface="Courier New" panose="02070309020205020404" pitchFamily="49" charset="0"/>
            </a:endParaRPr>
          </a:p>
          <a:p>
            <a:pPr marL="0" marR="0">
              <a:buNone/>
            </a:pPr>
            <a:r>
              <a:rPr lang="en-US" sz="1600" b="1" dirty="0">
                <a:solidFill>
                  <a:srgbClr val="800000"/>
                </a:solidFill>
                <a:effectLst/>
                <a:latin typeface="Courier New" panose="02070309020205020404" pitchFamily="49" charset="0"/>
              </a:rPr>
              <a:t>ORDER</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BY</a:t>
            </a:r>
            <a:r>
              <a:rPr lang="en-US" sz="1600" dirty="0">
                <a:solidFill>
                  <a:srgbClr val="000000"/>
                </a:solidFill>
                <a:effectLst/>
                <a:latin typeface="Courier New" panose="02070309020205020404" pitchFamily="49" charset="0"/>
              </a:rPr>
              <a:t> </a:t>
            </a:r>
            <a:r>
              <a:rPr lang="en-US" sz="1600" i="1" dirty="0" err="1">
                <a:solidFill>
                  <a:srgbClr val="006464"/>
                </a:solidFill>
                <a:effectLst/>
                <a:latin typeface="Courier New" panose="02070309020205020404" pitchFamily="49" charset="0"/>
              </a:rPr>
              <a:t>cal_date</a:t>
            </a:r>
            <a:r>
              <a:rPr lang="en-US" sz="1600" dirty="0">
                <a:solidFill>
                  <a:srgbClr val="000000"/>
                </a:solidFill>
                <a:effectLst/>
                <a:latin typeface="Courier New" panose="02070309020205020404" pitchFamily="49" charset="0"/>
              </a:rPr>
              <a:t> </a:t>
            </a:r>
            <a:r>
              <a:rPr lang="en-US" sz="1600" b="1" dirty="0">
                <a:solidFill>
                  <a:srgbClr val="800000"/>
                </a:solidFill>
                <a:effectLst/>
                <a:latin typeface="Courier New" panose="02070309020205020404" pitchFamily="49" charset="0"/>
              </a:rPr>
              <a:t>ASC</a:t>
            </a:r>
            <a:r>
              <a:rPr lang="en-US" sz="1600" dirty="0">
                <a:solidFill>
                  <a:srgbClr val="FF0000"/>
                </a:solidFill>
                <a:effectLst/>
                <a:latin typeface="Courier New" panose="02070309020205020404" pitchFamily="49" charset="0"/>
              </a:rPr>
              <a:t>;</a:t>
            </a:r>
            <a:endParaRPr lang="en-US" sz="1600" dirty="0">
              <a:solidFill>
                <a:srgbClr val="000000"/>
              </a:solidFill>
              <a:effectLst/>
              <a:latin typeface="Courier New" panose="02070309020205020404" pitchFamily="49" charset="0"/>
            </a:endParaRPr>
          </a:p>
          <a:p>
            <a:endParaRPr lang="en-IN" sz="1500" dirty="0"/>
          </a:p>
        </p:txBody>
      </p:sp>
      <p:pic>
        <p:nvPicPr>
          <p:cNvPr id="5" name="Picture 4" descr="A screenshot of a computer&#10;&#10;AI-generated content may be incorrect.">
            <a:extLst>
              <a:ext uri="{FF2B5EF4-FFF2-40B4-BE49-F238E27FC236}">
                <a16:creationId xmlns:a16="http://schemas.microsoft.com/office/drawing/2014/main" id="{E44021F9-98B9-C77D-38BB-1852579AB9A7}"/>
              </a:ext>
            </a:extLst>
          </p:cNvPr>
          <p:cNvPicPr>
            <a:picLocks noChangeAspect="1"/>
          </p:cNvPicPr>
          <p:nvPr/>
        </p:nvPicPr>
        <p:blipFill>
          <a:blip r:embed="rId2"/>
          <a:stretch>
            <a:fillRect/>
          </a:stretch>
        </p:blipFill>
        <p:spPr>
          <a:xfrm>
            <a:off x="9482893" y="3889133"/>
            <a:ext cx="2791215" cy="3734321"/>
          </a:xfrm>
          <a:prstGeom prst="rect">
            <a:avLst/>
          </a:prstGeom>
          <a:ln>
            <a:solidFill>
              <a:schemeClr val="accent1"/>
            </a:solidFill>
            <a:prstDash val="dash"/>
          </a:ln>
        </p:spPr>
      </p:pic>
    </p:spTree>
    <p:extLst>
      <p:ext uri="{BB962C8B-B14F-4D97-AF65-F5344CB8AC3E}">
        <p14:creationId xmlns:p14="http://schemas.microsoft.com/office/powerpoint/2010/main" val="175714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68CD2D-C9AE-4C63-3828-682669E43BE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ED452-992C-0516-7338-6042A2C50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B21560E-CBCF-2EB0-4A44-FB5141D16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443932-EA35-0AC0-C1A9-F06881B5BC60}"/>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–Hierarchy Part 1</a:t>
            </a:r>
          </a:p>
        </p:txBody>
      </p:sp>
      <p:sp>
        <p:nvSpPr>
          <p:cNvPr id="12" name="Arc 11">
            <a:extLst>
              <a:ext uri="{FF2B5EF4-FFF2-40B4-BE49-F238E27FC236}">
                <a16:creationId xmlns:a16="http://schemas.microsoft.com/office/drawing/2014/main" id="{C03FB1CA-BA5F-D17D-5F1F-34270BED7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4016F28E-2826-6B9E-88F6-80EE32FF8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8EAF2A2B-8845-9398-DF88-329BA9A79914}"/>
              </a:ext>
            </a:extLst>
          </p:cNvPr>
          <p:cNvSpPr>
            <a:spLocks noGrp="1"/>
          </p:cNvSpPr>
          <p:nvPr>
            <p:ph idx="1"/>
          </p:nvPr>
        </p:nvSpPr>
        <p:spPr>
          <a:xfrm>
            <a:off x="5134113" y="1391680"/>
            <a:ext cx="7082873" cy="5329160"/>
          </a:xfrm>
        </p:spPr>
        <p:txBody>
          <a:bodyPr>
            <a:normAutofit fontScale="92500" lnSpcReduction="10000"/>
          </a:bodyPr>
          <a:lstStyle/>
          <a:p>
            <a:pPr marL="0" marR="0">
              <a:buNone/>
            </a:pPr>
            <a:r>
              <a:rPr lang="en-IN" sz="1600" b="1" dirty="0">
                <a:solidFill>
                  <a:srgbClr val="800000"/>
                </a:solidFill>
                <a:effectLst/>
                <a:latin typeface="Courier New" panose="02070309020205020404" pitchFamily="49" charset="0"/>
              </a:rPr>
              <a:t>WITH</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RECURSIVE</a:t>
            </a:r>
            <a:r>
              <a:rPr lang="en-IN" sz="1600" dirty="0">
                <a:solidFill>
                  <a:srgbClr val="000000"/>
                </a:solidFill>
                <a:effectLst/>
                <a:latin typeface="Courier New" panose="02070309020205020404" pitchFamily="49" charset="0"/>
              </a:rPr>
              <a:t> </a:t>
            </a:r>
            <a:r>
              <a:rPr lang="en-IN" sz="1600" i="1" dirty="0">
                <a:solidFill>
                  <a:srgbClr val="8E00C6"/>
                </a:solidFill>
                <a:effectLst/>
                <a:latin typeface="Courier New" panose="02070309020205020404" pitchFamily="49" charset="0"/>
              </a:rPr>
              <a:t>employees_cte1</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emp_id</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path</a:t>
            </a:r>
            <a:r>
              <a:rPr lang="en-IN" sz="1600" dirty="0">
                <a:solidFill>
                  <a:srgbClr val="000000"/>
                </a:solidFill>
                <a:effectLst/>
                <a:latin typeface="Courier New" panose="02070309020205020404" pitchFamily="49" charset="0"/>
              </a:rPr>
              <a:t>) </a:t>
            </a:r>
          </a:p>
          <a:p>
            <a:pPr marL="0" marR="0">
              <a:buNone/>
            </a:pP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Base data</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emp_id</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'CEO'</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path</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2</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'VP Sales'</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3</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'VP Technology'</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4</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'Sales Manager'</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2</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5</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'Tech Manager'</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3</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6</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'Sales Executive'</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4</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7</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'Developer'</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5</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8</a:t>
            </a:r>
            <a:r>
              <a:rPr lang="en-IN" sz="1600" dirty="0">
                <a:solidFill>
                  <a:srgbClr val="000000"/>
                </a:solidFill>
                <a:effectLst/>
                <a:latin typeface="Courier New" panose="02070309020205020404" pitchFamily="49" charset="0"/>
              </a:rPr>
              <a:t>, </a:t>
            </a:r>
            <a:r>
              <a:rPr lang="en-IN" sz="1600" dirty="0">
                <a:solidFill>
                  <a:srgbClr val="008000"/>
                </a:solidFill>
                <a:effectLst/>
                <a:latin typeface="Courier New" panose="02070309020205020404" pitchFamily="49" charset="0"/>
              </a:rPr>
              <a:t>'Intern'</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7</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INT</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dirty="0">
                <a:solidFill>
                  <a:srgbClr val="000000"/>
                </a:solidFill>
                <a:effectLst/>
                <a:latin typeface="Courier New" panose="02070309020205020404" pitchFamily="49" charset="0"/>
              </a:rPr>
              <a:t>),</a:t>
            </a:r>
          </a:p>
          <a:p>
            <a:endParaRPr lang="en-IN" sz="1500" dirty="0"/>
          </a:p>
        </p:txBody>
      </p:sp>
    </p:spTree>
    <p:extLst>
      <p:ext uri="{BB962C8B-B14F-4D97-AF65-F5344CB8AC3E}">
        <p14:creationId xmlns:p14="http://schemas.microsoft.com/office/powerpoint/2010/main" val="1348541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4EFB4F-5659-70E3-A943-3A29C5FC8AA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48E24C-4AEA-4E6C-86BB-DB33383DF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CCDF859-9C4F-FD7E-C0F8-57B85918F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708ACC-A0B5-F269-81A4-C1AE3DC68AC4}"/>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–Hierarchy Part 2</a:t>
            </a:r>
          </a:p>
        </p:txBody>
      </p:sp>
      <p:sp>
        <p:nvSpPr>
          <p:cNvPr id="12" name="Arc 11">
            <a:extLst>
              <a:ext uri="{FF2B5EF4-FFF2-40B4-BE49-F238E27FC236}">
                <a16:creationId xmlns:a16="http://schemas.microsoft.com/office/drawing/2014/main" id="{46D7D217-0821-E70D-52F6-7D31D8221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B67329AC-6059-8868-A612-75686DC1D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86807463-22CB-4116-2C4F-85739048CB9A}"/>
              </a:ext>
            </a:extLst>
          </p:cNvPr>
          <p:cNvSpPr>
            <a:spLocks noGrp="1"/>
          </p:cNvSpPr>
          <p:nvPr>
            <p:ph idx="1"/>
          </p:nvPr>
        </p:nvSpPr>
        <p:spPr>
          <a:xfrm>
            <a:off x="5134113" y="1391680"/>
            <a:ext cx="7082873" cy="5329160"/>
          </a:xfrm>
        </p:spPr>
        <p:txBody>
          <a:bodyPr>
            <a:normAutofit fontScale="92500" lnSpcReduction="10000"/>
          </a:bodyPr>
          <a:lstStyle/>
          <a:p>
            <a:pPr marL="0" marR="0">
              <a:buNone/>
            </a:pPr>
            <a:r>
              <a:rPr lang="en-IN" sz="1600" i="1" dirty="0" err="1">
                <a:solidFill>
                  <a:srgbClr val="8E00C6"/>
                </a:solidFill>
                <a:effectLst/>
                <a:latin typeface="Courier New" panose="02070309020205020404" pitchFamily="49" charset="0"/>
              </a:rPr>
              <a:t>emp_hierarchy</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emp_id</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path</a:t>
            </a:r>
            <a:r>
              <a:rPr lang="en-IN" sz="1600" dirty="0">
                <a:solidFill>
                  <a:srgbClr val="000000"/>
                </a:solidFill>
                <a:effectLst/>
                <a:latin typeface="Courier New" panose="02070309020205020404" pitchFamily="49" charset="0"/>
              </a:rPr>
              <a:t>) </a:t>
            </a:r>
          </a:p>
          <a:p>
            <a:pPr marL="0" marR="0">
              <a:buNone/>
            </a:pP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dirty="0">
                <a:solidFill>
                  <a:srgbClr val="808080"/>
                </a:solidFill>
                <a:effectLst/>
                <a:latin typeface="Courier New" panose="02070309020205020404" pitchFamily="49" charset="0"/>
              </a:rPr>
              <a:t>-- Anchor member: top-level managers</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emp_id</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dirty="0">
                <a:solidFill>
                  <a:srgbClr val="0000FF"/>
                </a:solidFill>
                <a:effectLst/>
                <a:latin typeface="Courier New" panose="02070309020205020404" pitchFamily="49" charset="0"/>
              </a:rPr>
              <a:t>0</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a:t>
            </a:r>
            <a:r>
              <a:rPr lang="en-IN" sz="1600" dirty="0" err="1">
                <a:solidFill>
                  <a:srgbClr val="000000"/>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as</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path</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FROM</a:t>
            </a:r>
            <a:r>
              <a:rPr lang="en-IN" sz="1600" dirty="0">
                <a:solidFill>
                  <a:srgbClr val="000000"/>
                </a:solidFill>
                <a:effectLst/>
                <a:latin typeface="Courier New" panose="02070309020205020404" pitchFamily="49" charset="0"/>
              </a:rPr>
              <a:t> </a:t>
            </a:r>
            <a:r>
              <a:rPr lang="en-IN" sz="1600" i="1" dirty="0">
                <a:solidFill>
                  <a:srgbClr val="8E00C6"/>
                </a:solidFill>
                <a:effectLst/>
                <a:latin typeface="Courier New" panose="02070309020205020404" pitchFamily="49" charset="0"/>
              </a:rPr>
              <a:t>employees_cte1</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WHERE</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IS</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NULL</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UNION</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ALL</a:t>
            </a:r>
            <a:endParaRPr lang="en-IN" sz="1600" dirty="0">
              <a:solidFill>
                <a:srgbClr val="000000"/>
              </a:solidFill>
              <a:effectLst/>
              <a:latin typeface="Courier New" panose="02070309020205020404" pitchFamily="49" charset="0"/>
            </a:endParaRPr>
          </a:p>
          <a:p>
            <a:pPr marL="0" marR="0">
              <a:buNone/>
            </a:pPr>
            <a:r>
              <a:rPr lang="en-IN" sz="1600" dirty="0">
                <a:solidFill>
                  <a:srgbClr val="808080"/>
                </a:solidFill>
                <a:effectLst/>
                <a:latin typeface="Courier New" panose="02070309020205020404" pitchFamily="49" charset="0"/>
              </a:rPr>
              <a:t>-- Recursive member: employees reporting to previous level</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emp_id</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emp_name</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eh</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 </a:t>
            </a:r>
            <a:r>
              <a:rPr lang="en-IN" sz="1600" dirty="0">
                <a:solidFill>
                  <a:srgbClr val="0000FF"/>
                </a:solidFill>
                <a:effectLst/>
                <a:latin typeface="Courier New" panose="02070309020205020404" pitchFamily="49" charset="0"/>
              </a:rPr>
              <a:t>1</a:t>
            </a:r>
            <a:r>
              <a:rPr lang="en-IN" sz="1600" dirty="0">
                <a:solidFill>
                  <a:srgbClr val="000000"/>
                </a:solidFill>
                <a:effectLst/>
                <a:latin typeface="Courier New" panose="02070309020205020404" pitchFamily="49" charset="0"/>
              </a:rPr>
              <a:t>, (</a:t>
            </a:r>
            <a:r>
              <a:rPr lang="en-IN" sz="1600" dirty="0" err="1">
                <a:solidFill>
                  <a:srgbClr val="000000"/>
                </a:solidFill>
                <a:effectLst/>
                <a:latin typeface="Courier New" panose="02070309020205020404" pitchFamily="49" charset="0"/>
              </a:rPr>
              <a:t>eh.path</a:t>
            </a:r>
            <a:r>
              <a:rPr lang="en-IN" sz="1600" dirty="0">
                <a:solidFill>
                  <a:srgbClr val="000000"/>
                </a:solidFill>
                <a:effectLst/>
                <a:latin typeface="Courier New" panose="02070309020205020404" pitchFamily="49" charset="0"/>
              </a:rPr>
              <a:t> || </a:t>
            </a:r>
            <a:r>
              <a:rPr lang="en-IN" sz="1600" dirty="0">
                <a:solidFill>
                  <a:srgbClr val="008000"/>
                </a:solidFill>
                <a:effectLst/>
                <a:latin typeface="Courier New" panose="02070309020205020404" pitchFamily="49" charset="0"/>
              </a:rPr>
              <a:t>' → '</a:t>
            </a:r>
            <a:r>
              <a:rPr lang="en-IN" sz="1600" dirty="0">
                <a:solidFill>
                  <a:srgbClr val="000000"/>
                </a:solidFill>
                <a:effectLst/>
                <a:latin typeface="Courier New" panose="02070309020205020404" pitchFamily="49" charset="0"/>
              </a:rPr>
              <a:t> || </a:t>
            </a:r>
            <a:r>
              <a:rPr lang="en-IN" sz="1600" dirty="0" err="1">
                <a:solidFill>
                  <a:srgbClr val="000000"/>
                </a:solidFill>
                <a:effectLst/>
                <a:latin typeface="Courier New" panose="02070309020205020404" pitchFamily="49" charset="0"/>
              </a:rPr>
              <a:t>e.emp_name</a:t>
            </a:r>
            <a:r>
              <a:rPr lang="en-IN" sz="1600" dirty="0">
                <a:solidFill>
                  <a:srgbClr val="000000"/>
                </a:solidFill>
                <a:effectLst/>
                <a:latin typeface="Courier New" panose="02070309020205020404" pitchFamily="49" charset="0"/>
              </a:rPr>
              <a:t>)::</a:t>
            </a:r>
            <a:r>
              <a:rPr lang="en-IN" sz="1600" b="1" dirty="0">
                <a:solidFill>
                  <a:srgbClr val="000080"/>
                </a:solidFill>
                <a:effectLst/>
                <a:latin typeface="Courier New" panose="02070309020205020404" pitchFamily="49" charset="0"/>
              </a:rPr>
              <a:t>VARCHAR</a:t>
            </a:r>
            <a:r>
              <a:rPr lang="en-IN" sz="1600" dirty="0">
                <a:solidFill>
                  <a:srgbClr val="000000"/>
                </a:solidFill>
                <a:effectLst/>
                <a:latin typeface="Courier New" panose="02070309020205020404" pitchFamily="49" charset="0"/>
              </a:rPr>
              <a:t>(</a:t>
            </a:r>
            <a:r>
              <a:rPr lang="en-IN" sz="1600" dirty="0">
                <a:solidFill>
                  <a:srgbClr val="0000FF"/>
                </a:solidFill>
                <a:effectLst/>
                <a:latin typeface="Courier New" panose="02070309020205020404" pitchFamily="49" charset="0"/>
              </a:rPr>
              <a:t>1000</a:t>
            </a:r>
            <a:r>
              <a:rPr lang="en-IN" sz="1600" dirty="0">
                <a:solidFill>
                  <a:srgbClr val="000000"/>
                </a:solidFill>
                <a:effectLst/>
                <a:latin typeface="Courier New" panose="02070309020205020404" pitchFamily="49" charset="0"/>
              </a:rPr>
              <a:t>)</a:t>
            </a:r>
          </a:p>
          <a:p>
            <a:pPr marL="0" marR="0">
              <a:buNone/>
            </a:pPr>
            <a:r>
              <a:rPr lang="en-IN" sz="1600" b="1" dirty="0">
                <a:solidFill>
                  <a:srgbClr val="800000"/>
                </a:solidFill>
                <a:effectLst/>
                <a:latin typeface="Courier New" panose="02070309020205020404" pitchFamily="49" charset="0"/>
              </a:rPr>
              <a:t>FROM</a:t>
            </a:r>
            <a:r>
              <a:rPr lang="en-IN" sz="1600" dirty="0">
                <a:solidFill>
                  <a:srgbClr val="000000"/>
                </a:solidFill>
                <a:effectLst/>
                <a:latin typeface="Courier New" panose="02070309020205020404" pitchFamily="49" charset="0"/>
              </a:rPr>
              <a:t> </a:t>
            </a:r>
            <a:r>
              <a:rPr lang="en-IN" sz="1600" i="1" dirty="0">
                <a:solidFill>
                  <a:srgbClr val="8E00C6"/>
                </a:solidFill>
                <a:effectLst/>
                <a:latin typeface="Courier New" panose="02070309020205020404" pitchFamily="49" charset="0"/>
              </a:rPr>
              <a:t>employees_cte1</a:t>
            </a:r>
            <a:r>
              <a:rPr lang="en-IN" sz="1600" dirty="0">
                <a:solidFill>
                  <a:srgbClr val="000000"/>
                </a:solidFill>
                <a:effectLst/>
                <a:latin typeface="Courier New" panose="02070309020205020404" pitchFamily="49" charset="0"/>
              </a:rPr>
              <a:t> </a:t>
            </a:r>
            <a:r>
              <a:rPr lang="en-IN" sz="1600" i="1" dirty="0">
                <a:solidFill>
                  <a:srgbClr val="8E00C6"/>
                </a:solidFill>
                <a:effectLst/>
                <a:latin typeface="Courier New" panose="02070309020205020404" pitchFamily="49" charset="0"/>
              </a:rPr>
              <a:t>e</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JOIN</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emp_hierarchy</a:t>
            </a:r>
            <a:r>
              <a:rPr lang="en-IN" sz="1600" dirty="0">
                <a:solidFill>
                  <a:srgbClr val="000000"/>
                </a:solidFill>
                <a:effectLst/>
                <a:latin typeface="Courier New" panose="02070309020205020404" pitchFamily="49" charset="0"/>
              </a:rPr>
              <a:t> </a:t>
            </a:r>
            <a:r>
              <a:rPr lang="en-IN" sz="1600" i="1" dirty="0">
                <a:solidFill>
                  <a:srgbClr val="8E00C6"/>
                </a:solidFill>
                <a:effectLst/>
                <a:latin typeface="Courier New" panose="02070309020205020404" pitchFamily="49" charset="0"/>
              </a:rPr>
              <a:t>eh</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ON</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manager_id</a:t>
            </a:r>
            <a:r>
              <a:rPr lang="en-IN" sz="1600" dirty="0">
                <a:solidFill>
                  <a:srgbClr val="000000"/>
                </a:solidFill>
                <a:effectLst/>
                <a:latin typeface="Courier New" panose="02070309020205020404" pitchFamily="49" charset="0"/>
              </a:rPr>
              <a:t> = </a:t>
            </a:r>
            <a:r>
              <a:rPr lang="en-IN" sz="1600" i="1" dirty="0" err="1">
                <a:solidFill>
                  <a:srgbClr val="8E00C6"/>
                </a:solidFill>
                <a:effectLst/>
                <a:latin typeface="Courier New" panose="02070309020205020404" pitchFamily="49" charset="0"/>
              </a:rPr>
              <a:t>eh</a:t>
            </a:r>
            <a:r>
              <a:rPr lang="en-IN" sz="1600" dirty="0" err="1">
                <a:solidFill>
                  <a:srgbClr val="000000"/>
                </a:solidFill>
                <a:effectLst/>
                <a:latin typeface="Courier New" panose="02070309020205020404" pitchFamily="49" charset="0"/>
              </a:rPr>
              <a:t>.</a:t>
            </a:r>
            <a:r>
              <a:rPr lang="en-IN" sz="1600" i="1" dirty="0" err="1">
                <a:solidFill>
                  <a:srgbClr val="006464"/>
                </a:solidFill>
                <a:effectLst/>
                <a:latin typeface="Courier New" panose="02070309020205020404" pitchFamily="49" charset="0"/>
              </a:rPr>
              <a:t>emp_id</a:t>
            </a:r>
            <a:endParaRPr lang="en-IN" sz="1600" dirty="0">
              <a:solidFill>
                <a:srgbClr val="000000"/>
              </a:solidFill>
              <a:effectLst/>
              <a:latin typeface="Courier New" panose="02070309020205020404" pitchFamily="49" charset="0"/>
            </a:endParaRPr>
          </a:p>
          <a:p>
            <a:pPr marL="0" marR="0">
              <a:buNone/>
            </a:pPr>
            <a:r>
              <a:rPr lang="en-IN" sz="1600" dirty="0">
                <a:solidFill>
                  <a:srgbClr val="000000"/>
                </a:solidFill>
                <a:effectLst/>
                <a:latin typeface="Courier New" panose="02070309020205020404" pitchFamily="49" charset="0"/>
              </a:rPr>
              <a:t>)</a:t>
            </a:r>
            <a:r>
              <a:rPr lang="en-IN" sz="1600" dirty="0">
                <a:solidFill>
                  <a:srgbClr val="808080"/>
                </a:solidFill>
                <a:effectLst/>
                <a:latin typeface="Courier New" panose="02070309020205020404" pitchFamily="49" charset="0"/>
              </a:rPr>
              <a:t>-- Select from the recursive hierarchy, not the base CTE</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SELECT</a:t>
            </a:r>
            <a:r>
              <a:rPr lang="en-IN" sz="1600" dirty="0">
                <a:solidFill>
                  <a:srgbClr val="000000"/>
                </a:solidFill>
                <a:effectLst/>
                <a:latin typeface="Courier New" panose="02070309020205020404" pitchFamily="49" charset="0"/>
              </a:rPr>
              <a:t> *</a:t>
            </a:r>
          </a:p>
          <a:p>
            <a:pPr marL="0" marR="0">
              <a:buNone/>
            </a:pPr>
            <a:r>
              <a:rPr lang="en-IN" sz="1600" b="1" dirty="0">
                <a:solidFill>
                  <a:srgbClr val="800000"/>
                </a:solidFill>
                <a:effectLst/>
                <a:latin typeface="Courier New" panose="02070309020205020404" pitchFamily="49" charset="0"/>
              </a:rPr>
              <a:t>FROM</a:t>
            </a:r>
            <a:r>
              <a:rPr lang="en-IN" sz="1600" dirty="0">
                <a:solidFill>
                  <a:srgbClr val="000000"/>
                </a:solidFill>
                <a:effectLst/>
                <a:latin typeface="Courier New" panose="02070309020205020404" pitchFamily="49" charset="0"/>
              </a:rPr>
              <a:t> </a:t>
            </a:r>
            <a:r>
              <a:rPr lang="en-IN" sz="1600" i="1" dirty="0" err="1">
                <a:solidFill>
                  <a:srgbClr val="8E00C6"/>
                </a:solidFill>
                <a:effectLst/>
                <a:latin typeface="Courier New" panose="02070309020205020404" pitchFamily="49" charset="0"/>
              </a:rPr>
              <a:t>emp_hierarchy</a:t>
            </a:r>
            <a:endParaRPr lang="en-IN" sz="1600" dirty="0">
              <a:solidFill>
                <a:srgbClr val="000000"/>
              </a:solidFill>
              <a:effectLst/>
              <a:latin typeface="Courier New" panose="02070309020205020404" pitchFamily="49" charset="0"/>
            </a:endParaRPr>
          </a:p>
          <a:p>
            <a:pPr marL="0" marR="0">
              <a:buNone/>
            </a:pPr>
            <a:r>
              <a:rPr lang="en-IN" sz="1600" b="1" dirty="0">
                <a:solidFill>
                  <a:srgbClr val="800000"/>
                </a:solidFill>
                <a:effectLst/>
                <a:latin typeface="Courier New" panose="02070309020205020404" pitchFamily="49" charset="0"/>
              </a:rPr>
              <a:t>ORDER</a:t>
            </a:r>
            <a:r>
              <a:rPr lang="en-IN" sz="1600" dirty="0">
                <a:solidFill>
                  <a:srgbClr val="000000"/>
                </a:solidFill>
                <a:effectLst/>
                <a:latin typeface="Courier New" panose="02070309020205020404" pitchFamily="49" charset="0"/>
              </a:rPr>
              <a:t> </a:t>
            </a:r>
            <a:r>
              <a:rPr lang="en-IN" sz="1600" b="1" dirty="0">
                <a:solidFill>
                  <a:srgbClr val="800000"/>
                </a:solidFill>
                <a:effectLst/>
                <a:latin typeface="Courier New" panose="02070309020205020404" pitchFamily="49" charset="0"/>
              </a:rPr>
              <a:t>BY</a:t>
            </a:r>
            <a:r>
              <a:rPr lang="en-IN" sz="1600" dirty="0">
                <a:solidFill>
                  <a:srgbClr val="000000"/>
                </a:solidFill>
                <a:effectLst/>
                <a:latin typeface="Courier New" panose="02070309020205020404" pitchFamily="49" charset="0"/>
              </a:rPr>
              <a:t> </a:t>
            </a:r>
            <a:r>
              <a:rPr lang="en-IN" sz="1600" i="1" dirty="0">
                <a:solidFill>
                  <a:srgbClr val="006464"/>
                </a:solidFill>
                <a:effectLst/>
                <a:latin typeface="Courier New" panose="02070309020205020404" pitchFamily="49" charset="0"/>
              </a:rPr>
              <a:t>level</a:t>
            </a:r>
            <a:r>
              <a:rPr lang="en-IN" sz="1600" dirty="0">
                <a:solidFill>
                  <a:srgbClr val="000000"/>
                </a:solidFill>
                <a:effectLst/>
                <a:latin typeface="Courier New" panose="02070309020205020404" pitchFamily="49" charset="0"/>
              </a:rPr>
              <a:t>, </a:t>
            </a:r>
            <a:r>
              <a:rPr lang="en-IN" sz="1600" i="1" dirty="0" err="1">
                <a:solidFill>
                  <a:srgbClr val="006464"/>
                </a:solidFill>
                <a:effectLst/>
                <a:latin typeface="Courier New" panose="02070309020205020404" pitchFamily="49" charset="0"/>
              </a:rPr>
              <a:t>emp_id</a:t>
            </a:r>
            <a:r>
              <a:rPr lang="en-IN" sz="1600" dirty="0">
                <a:solidFill>
                  <a:srgbClr val="FF0000"/>
                </a:solidFill>
                <a:effectLst/>
                <a:latin typeface="Courier New" panose="02070309020205020404" pitchFamily="49" charset="0"/>
              </a:rPr>
              <a:t>;</a:t>
            </a:r>
            <a:endParaRPr lang="en-IN" sz="1600" dirty="0">
              <a:solidFill>
                <a:srgbClr val="000000"/>
              </a:solidFill>
              <a:effectLst/>
              <a:latin typeface="Courier New" panose="02070309020205020404" pitchFamily="49" charset="0"/>
            </a:endParaRPr>
          </a:p>
          <a:p>
            <a:endParaRPr lang="en-IN" sz="1500" dirty="0"/>
          </a:p>
        </p:txBody>
      </p:sp>
    </p:spTree>
    <p:extLst>
      <p:ext uri="{BB962C8B-B14F-4D97-AF65-F5344CB8AC3E}">
        <p14:creationId xmlns:p14="http://schemas.microsoft.com/office/powerpoint/2010/main" val="2364427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317F5A-8062-C8CD-0F90-BAD860E58C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BFE7C6-B217-D666-EB67-1B74036EA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FA44208-325E-CA13-C181-A2199A992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0E3070-C1F4-7AFD-1320-0964456D8D55}"/>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Recursive CTE Query –Hierarchy Output</a:t>
            </a:r>
          </a:p>
        </p:txBody>
      </p:sp>
      <p:sp>
        <p:nvSpPr>
          <p:cNvPr id="12" name="Arc 11">
            <a:extLst>
              <a:ext uri="{FF2B5EF4-FFF2-40B4-BE49-F238E27FC236}">
                <a16:creationId xmlns:a16="http://schemas.microsoft.com/office/drawing/2014/main" id="{C4F02B20-D81E-0C7B-1D6C-F9C889BE0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46A5B94D-AE4B-B563-104F-F6308F268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1" name="Content Placeholder 10" descr="A screenshot of a computer&#10;&#10;AI-generated content may be incorrect.">
            <a:extLst>
              <a:ext uri="{FF2B5EF4-FFF2-40B4-BE49-F238E27FC236}">
                <a16:creationId xmlns:a16="http://schemas.microsoft.com/office/drawing/2014/main" id="{0C7ECA29-25EC-E1BA-6494-72926992AB64}"/>
              </a:ext>
            </a:extLst>
          </p:cNvPr>
          <p:cNvPicPr>
            <a:picLocks noGrp="1" noChangeAspect="1"/>
          </p:cNvPicPr>
          <p:nvPr>
            <p:ph idx="1"/>
          </p:nvPr>
        </p:nvPicPr>
        <p:blipFill>
          <a:blip r:embed="rId2"/>
          <a:srcRect l="4637" b="6021"/>
          <a:stretch>
            <a:fillRect/>
          </a:stretch>
        </p:blipFill>
        <p:spPr>
          <a:xfrm>
            <a:off x="4680432" y="4410982"/>
            <a:ext cx="7536555" cy="2218418"/>
          </a:xfrm>
          <a:prstGeom prst="rect">
            <a:avLst/>
          </a:prstGeom>
          <a:ln>
            <a:solidFill>
              <a:schemeClr val="tx1"/>
            </a:solidFill>
            <a:prstDash val="dash"/>
          </a:ln>
        </p:spPr>
      </p:pic>
      <p:pic>
        <p:nvPicPr>
          <p:cNvPr id="17" name="Picture 16" descr="A screenshot of a computer&#10;&#10;AI-generated content may be incorrect.">
            <a:extLst>
              <a:ext uri="{FF2B5EF4-FFF2-40B4-BE49-F238E27FC236}">
                <a16:creationId xmlns:a16="http://schemas.microsoft.com/office/drawing/2014/main" id="{B774F6BF-B00D-3A7A-4EA1-848D4928176D}"/>
              </a:ext>
            </a:extLst>
          </p:cNvPr>
          <p:cNvPicPr>
            <a:picLocks noChangeAspect="1"/>
          </p:cNvPicPr>
          <p:nvPr/>
        </p:nvPicPr>
        <p:blipFill>
          <a:blip r:embed="rId3"/>
          <a:stretch>
            <a:fillRect/>
          </a:stretch>
        </p:blipFill>
        <p:spPr>
          <a:xfrm>
            <a:off x="5504443" y="1799877"/>
            <a:ext cx="6399177" cy="2474943"/>
          </a:xfrm>
          <a:prstGeom prst="rect">
            <a:avLst/>
          </a:prstGeom>
          <a:ln>
            <a:solidFill>
              <a:schemeClr val="accent1"/>
            </a:solidFill>
            <a:prstDash val="dash"/>
          </a:ln>
        </p:spPr>
      </p:pic>
    </p:spTree>
    <p:extLst>
      <p:ext uri="{BB962C8B-B14F-4D97-AF65-F5344CB8AC3E}">
        <p14:creationId xmlns:p14="http://schemas.microsoft.com/office/powerpoint/2010/main" val="4006529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6162BE-C8EF-B30D-A6C1-23869EDECB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F8BC06D-E75E-40DE-4064-FBE38617E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13F8B62-D412-E51E-E2CA-9C646F490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33E45-3A61-FEAB-DFE3-E099829EBA97}"/>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Looping Statements in SQL</a:t>
            </a:r>
          </a:p>
        </p:txBody>
      </p:sp>
      <p:sp>
        <p:nvSpPr>
          <p:cNvPr id="12" name="Arc 11">
            <a:extLst>
              <a:ext uri="{FF2B5EF4-FFF2-40B4-BE49-F238E27FC236}">
                <a16:creationId xmlns:a16="http://schemas.microsoft.com/office/drawing/2014/main" id="{AEA6FA79-BEEC-3192-502B-98EE47770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ED8313C5-CF60-019D-9C55-9275DA330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90504F71-BE7D-5927-4C65-17D4FFD0177C}"/>
              </a:ext>
            </a:extLst>
          </p:cNvPr>
          <p:cNvSpPr>
            <a:spLocks noGrp="1"/>
          </p:cNvSpPr>
          <p:nvPr>
            <p:ph idx="1"/>
          </p:nvPr>
        </p:nvSpPr>
        <p:spPr>
          <a:xfrm>
            <a:off x="5134114" y="1391680"/>
            <a:ext cx="5535612" cy="3935412"/>
          </a:xfrm>
        </p:spPr>
        <p:txBody>
          <a:bodyPr>
            <a:normAutofit/>
          </a:bodyPr>
          <a:lstStyle/>
          <a:p>
            <a:pPr marL="0" indent="0">
              <a:buNone/>
            </a:pPr>
            <a:r>
              <a:rPr lang="en-US" sz="2000" dirty="0">
                <a:solidFill>
                  <a:schemeClr val="accent2">
                    <a:lumMod val="50000"/>
                  </a:schemeClr>
                </a:solidFill>
              </a:rPr>
              <a:t>SQL supports four main looping constructs:</a:t>
            </a:r>
          </a:p>
          <a:p>
            <a:r>
              <a:rPr lang="en-US" sz="2000" dirty="0">
                <a:solidFill>
                  <a:schemeClr val="accent2">
                    <a:lumMod val="50000"/>
                  </a:schemeClr>
                </a:solidFill>
              </a:rPr>
              <a:t>LOOP</a:t>
            </a:r>
          </a:p>
          <a:p>
            <a:r>
              <a:rPr lang="en-US" sz="2000" dirty="0">
                <a:solidFill>
                  <a:schemeClr val="accent2">
                    <a:lumMod val="50000"/>
                  </a:schemeClr>
                </a:solidFill>
              </a:rPr>
              <a:t>WHILE LOOP</a:t>
            </a:r>
          </a:p>
          <a:p>
            <a:r>
              <a:rPr lang="en-US" sz="2000" dirty="0">
                <a:solidFill>
                  <a:schemeClr val="accent2">
                    <a:lumMod val="50000"/>
                  </a:schemeClr>
                </a:solidFill>
              </a:rPr>
              <a:t>FOR LOOP (Number)</a:t>
            </a:r>
          </a:p>
          <a:p>
            <a:r>
              <a:rPr lang="en-US" sz="2000" dirty="0">
                <a:solidFill>
                  <a:schemeClr val="accent2">
                    <a:lumMod val="50000"/>
                  </a:schemeClr>
                </a:solidFill>
              </a:rPr>
              <a:t>FOR LOOP (Query based)</a:t>
            </a:r>
            <a:br>
              <a:rPr lang="en-US" sz="2000" dirty="0">
                <a:solidFill>
                  <a:schemeClr val="accent2">
                    <a:lumMod val="50000"/>
                  </a:schemeClr>
                </a:solidFill>
              </a:rPr>
            </a:br>
            <a:br>
              <a:rPr lang="en-US" sz="2000" dirty="0">
                <a:solidFill>
                  <a:schemeClr val="accent2">
                    <a:lumMod val="50000"/>
                  </a:schemeClr>
                </a:solidFill>
              </a:rPr>
            </a:br>
            <a:r>
              <a:rPr lang="en-US" sz="2000" dirty="0">
                <a:solidFill>
                  <a:schemeClr val="accent2">
                    <a:lumMod val="50000"/>
                  </a:schemeClr>
                </a:solidFill>
              </a:rPr>
              <a:t>These are used inside functions, procedures, or DO blocks.</a:t>
            </a:r>
            <a:endParaRPr lang="en-IN" sz="2000" dirty="0">
              <a:solidFill>
                <a:schemeClr val="accent2">
                  <a:lumMod val="50000"/>
                </a:schemeClr>
              </a:solidFill>
            </a:endParaRPr>
          </a:p>
        </p:txBody>
      </p:sp>
    </p:spTree>
    <p:extLst>
      <p:ext uri="{BB962C8B-B14F-4D97-AF65-F5344CB8AC3E}">
        <p14:creationId xmlns:p14="http://schemas.microsoft.com/office/powerpoint/2010/main" val="4148607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E30B8D-6146-910D-1690-1BB421A67C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9DAAFE-1C7F-9C2E-22A1-96052E60E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FC86E90-15ED-2F5D-E242-2018529FF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D8B6D-EFC2-2FBD-6100-06C27F5B6A77}"/>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Looping Statements - Basics</a:t>
            </a:r>
          </a:p>
        </p:txBody>
      </p:sp>
      <p:sp>
        <p:nvSpPr>
          <p:cNvPr id="12" name="Arc 11">
            <a:extLst>
              <a:ext uri="{FF2B5EF4-FFF2-40B4-BE49-F238E27FC236}">
                <a16:creationId xmlns:a16="http://schemas.microsoft.com/office/drawing/2014/main" id="{32DF0050-E214-ADFF-E973-6E673F803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2BDE0048-5921-A7B0-CEB1-9E69095EA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B3FF2E62-A2B0-110D-CFD6-2E24C01D678A}"/>
              </a:ext>
            </a:extLst>
          </p:cNvPr>
          <p:cNvSpPr>
            <a:spLocks noGrp="1"/>
          </p:cNvSpPr>
          <p:nvPr>
            <p:ph idx="1"/>
          </p:nvPr>
        </p:nvSpPr>
        <p:spPr>
          <a:xfrm>
            <a:off x="5134114" y="1391680"/>
            <a:ext cx="6467336" cy="4849100"/>
          </a:xfrm>
        </p:spPr>
        <p:txBody>
          <a:bodyPr>
            <a:normAutofit fontScale="85000" lnSpcReduction="20000"/>
          </a:bodyPr>
          <a:lstStyle/>
          <a:p>
            <a:pPr marL="0" indent="0">
              <a:buNone/>
            </a:pPr>
            <a:r>
              <a:rPr lang="en-IN" sz="2000" b="1" dirty="0">
                <a:solidFill>
                  <a:schemeClr val="accent2">
                    <a:lumMod val="50000"/>
                  </a:schemeClr>
                </a:solidFill>
              </a:rPr>
              <a:t>PL/</a:t>
            </a:r>
            <a:r>
              <a:rPr lang="en-IN" sz="2000" b="1" dirty="0" err="1">
                <a:solidFill>
                  <a:schemeClr val="accent2">
                    <a:lumMod val="50000"/>
                  </a:schemeClr>
                </a:solidFill>
              </a:rPr>
              <a:t>pgSQL</a:t>
            </a:r>
            <a:r>
              <a:rPr lang="en-IN" sz="2000" b="1" dirty="0">
                <a:solidFill>
                  <a:schemeClr val="accent2">
                    <a:lumMod val="50000"/>
                  </a:schemeClr>
                </a:solidFill>
              </a:rPr>
              <a:t>:  SQL + Programming Logic</a:t>
            </a:r>
          </a:p>
          <a:p>
            <a:pPr marL="0" indent="0">
              <a:buNone/>
            </a:pPr>
            <a:br>
              <a:rPr lang="en-IN" sz="2000" dirty="0">
                <a:solidFill>
                  <a:schemeClr val="accent2">
                    <a:lumMod val="50000"/>
                  </a:schemeClr>
                </a:solidFill>
              </a:rPr>
            </a:br>
            <a:r>
              <a:rPr lang="en-IN" sz="2000" b="1" dirty="0">
                <a:solidFill>
                  <a:schemeClr val="accent2">
                    <a:lumMod val="50000"/>
                  </a:schemeClr>
                </a:solidFill>
              </a:rPr>
              <a:t>SQL → Structured Query Language</a:t>
            </a:r>
          </a:p>
          <a:p>
            <a:pPr marL="0" indent="0">
              <a:buNone/>
            </a:pPr>
            <a:r>
              <a:rPr lang="en-IN" sz="2000" dirty="0">
                <a:solidFill>
                  <a:schemeClr val="accent2">
                    <a:lumMod val="50000"/>
                  </a:schemeClr>
                </a:solidFill>
              </a:rPr>
              <a:t>Used for set-based operations (SELECT, INSERT, UPDATE, DELETE).</a:t>
            </a:r>
          </a:p>
          <a:p>
            <a:pPr marL="0" indent="0">
              <a:buNone/>
            </a:pPr>
            <a:r>
              <a:rPr lang="en-IN" sz="2000" b="1" dirty="0">
                <a:solidFill>
                  <a:schemeClr val="accent2">
                    <a:lumMod val="50000"/>
                  </a:schemeClr>
                </a:solidFill>
              </a:rPr>
              <a:t>PL → Procedural Language</a:t>
            </a:r>
          </a:p>
          <a:p>
            <a:pPr marL="0" indent="0">
              <a:buNone/>
            </a:pPr>
            <a:r>
              <a:rPr lang="en-IN" sz="2000" dirty="0">
                <a:solidFill>
                  <a:schemeClr val="accent2">
                    <a:lumMod val="50000"/>
                  </a:schemeClr>
                </a:solidFill>
              </a:rPr>
              <a:t>Adds</a:t>
            </a:r>
            <a:r>
              <a:rPr lang="en-IN" sz="2000" b="1" dirty="0">
                <a:solidFill>
                  <a:schemeClr val="accent2">
                    <a:lumMod val="50000"/>
                  </a:schemeClr>
                </a:solidFill>
              </a:rPr>
              <a:t> </a:t>
            </a:r>
            <a:r>
              <a:rPr lang="en-IN" sz="2000" dirty="0">
                <a:solidFill>
                  <a:schemeClr val="accent2">
                    <a:lumMod val="50000"/>
                  </a:schemeClr>
                </a:solidFill>
              </a:rPr>
              <a:t>procedural programming features like:</a:t>
            </a:r>
          </a:p>
          <a:p>
            <a:pPr marL="0" indent="0">
              <a:buNone/>
            </a:pPr>
            <a:r>
              <a:rPr lang="en-IN" sz="2000" dirty="0">
                <a:solidFill>
                  <a:schemeClr val="accent2">
                    <a:lumMod val="50000"/>
                  </a:schemeClr>
                </a:solidFill>
              </a:rPr>
              <a:t>Variables</a:t>
            </a:r>
          </a:p>
          <a:p>
            <a:pPr marL="0" indent="0">
              <a:buNone/>
            </a:pPr>
            <a:r>
              <a:rPr lang="en-IN" sz="2000" dirty="0">
                <a:solidFill>
                  <a:schemeClr val="accent2">
                    <a:lumMod val="50000"/>
                  </a:schemeClr>
                </a:solidFill>
              </a:rPr>
              <a:t>Loops</a:t>
            </a:r>
          </a:p>
          <a:p>
            <a:pPr marL="0" indent="0">
              <a:buNone/>
            </a:pPr>
            <a:r>
              <a:rPr lang="en-IN" sz="2000" dirty="0">
                <a:solidFill>
                  <a:schemeClr val="accent2">
                    <a:lumMod val="50000"/>
                  </a:schemeClr>
                </a:solidFill>
              </a:rPr>
              <a:t>Conditions (IF, CASE)</a:t>
            </a:r>
          </a:p>
          <a:p>
            <a:pPr marL="0" indent="0">
              <a:buNone/>
            </a:pPr>
            <a:r>
              <a:rPr lang="en-IN" sz="2000" dirty="0">
                <a:solidFill>
                  <a:schemeClr val="accent2">
                    <a:lumMod val="50000"/>
                  </a:schemeClr>
                </a:solidFill>
              </a:rPr>
              <a:t>Cursors</a:t>
            </a:r>
          </a:p>
          <a:p>
            <a:pPr marL="0" indent="0">
              <a:buNone/>
            </a:pPr>
            <a:r>
              <a:rPr lang="en-IN" sz="2000" dirty="0">
                <a:solidFill>
                  <a:schemeClr val="accent2">
                    <a:lumMod val="50000"/>
                  </a:schemeClr>
                </a:solidFill>
              </a:rPr>
              <a:t>Exception handling</a:t>
            </a:r>
          </a:p>
          <a:p>
            <a:pPr marL="0" indent="0">
              <a:buNone/>
            </a:pPr>
            <a:r>
              <a:rPr lang="en-IN" sz="2000" dirty="0">
                <a:solidFill>
                  <a:schemeClr val="accent2">
                    <a:lumMod val="50000"/>
                  </a:schemeClr>
                </a:solidFill>
              </a:rPr>
              <a:t>Functions &amp; </a:t>
            </a:r>
          </a:p>
          <a:p>
            <a:pPr marL="0" indent="0">
              <a:buNone/>
            </a:pPr>
            <a:r>
              <a:rPr lang="en-IN" sz="2000" dirty="0">
                <a:solidFill>
                  <a:schemeClr val="accent2">
                    <a:lumMod val="50000"/>
                  </a:schemeClr>
                </a:solidFill>
              </a:rPr>
              <a:t>Procedures</a:t>
            </a:r>
          </a:p>
          <a:p>
            <a:pPr marL="0" indent="0">
              <a:buNone/>
            </a:pPr>
            <a:endParaRPr lang="en-IN" sz="2000" dirty="0">
              <a:solidFill>
                <a:schemeClr val="accent2">
                  <a:lumMod val="50000"/>
                </a:schemeClr>
              </a:solidFill>
            </a:endParaRPr>
          </a:p>
          <a:p>
            <a:pPr marL="0" indent="0">
              <a:buNone/>
            </a:pPr>
            <a:r>
              <a:rPr lang="en-US" sz="2000" dirty="0">
                <a:solidFill>
                  <a:schemeClr val="accent2">
                    <a:lumMod val="50000"/>
                  </a:schemeClr>
                </a:solidFill>
              </a:rPr>
              <a:t>SQL statements are sent to the SQL Engine. Procedural code is handled by the PL/SQL Engine Both engines communicate each other</a:t>
            </a:r>
            <a:endParaRPr lang="en-IN" sz="2000" dirty="0">
              <a:solidFill>
                <a:schemeClr val="accent2">
                  <a:lumMod val="50000"/>
                </a:schemeClr>
              </a:solidFill>
            </a:endParaRPr>
          </a:p>
        </p:txBody>
      </p:sp>
    </p:spTree>
    <p:extLst>
      <p:ext uri="{BB962C8B-B14F-4D97-AF65-F5344CB8AC3E}">
        <p14:creationId xmlns:p14="http://schemas.microsoft.com/office/powerpoint/2010/main" val="3613617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2FB275-17DF-C898-9DFA-F18DF0A28C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92568C-74B7-F605-CA27-637476867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A19F8A-18BC-A33B-8539-37895A8B2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2038E-98CD-AE03-B837-3EC654E24D10}"/>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Looping Statements - Basics</a:t>
            </a:r>
          </a:p>
        </p:txBody>
      </p:sp>
      <p:sp>
        <p:nvSpPr>
          <p:cNvPr id="12" name="Arc 11">
            <a:extLst>
              <a:ext uri="{FF2B5EF4-FFF2-40B4-BE49-F238E27FC236}">
                <a16:creationId xmlns:a16="http://schemas.microsoft.com/office/drawing/2014/main" id="{06115E2F-9314-5368-BBF8-AAFE7A8B8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66BF852E-639C-6B43-7F6D-0D51AFC44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DE6018B4-160B-6958-A0DF-3F78FD4EAF21}"/>
              </a:ext>
            </a:extLst>
          </p:cNvPr>
          <p:cNvSpPr>
            <a:spLocks noGrp="1"/>
          </p:cNvSpPr>
          <p:nvPr>
            <p:ph idx="1"/>
          </p:nvPr>
        </p:nvSpPr>
        <p:spPr>
          <a:xfrm>
            <a:off x="5134114" y="1391680"/>
            <a:ext cx="6467336" cy="5546330"/>
          </a:xfrm>
        </p:spPr>
        <p:txBody>
          <a:bodyPr>
            <a:normAutofit/>
          </a:bodyPr>
          <a:lstStyle/>
          <a:p>
            <a:pPr marL="0" indent="0">
              <a:buNone/>
            </a:pPr>
            <a:r>
              <a:rPr lang="en-IN" sz="2000" b="1" dirty="0">
                <a:solidFill>
                  <a:schemeClr val="accent2">
                    <a:lumMod val="50000"/>
                  </a:schemeClr>
                </a:solidFill>
              </a:rPr>
              <a:t>DO:  </a:t>
            </a:r>
            <a:r>
              <a:rPr lang="en-US" sz="2000" dirty="0">
                <a:solidFill>
                  <a:schemeClr val="accent2">
                    <a:lumMod val="50000"/>
                  </a:schemeClr>
                </a:solidFill>
              </a:rPr>
              <a:t>DO executes an anonymous code block in PostgreSQL. Used when you don’t want to create a permanent function Useful for testing, one-time scripts, and ad-hoc loops</a:t>
            </a:r>
          </a:p>
          <a:p>
            <a:pPr marL="0" indent="0">
              <a:buNone/>
            </a:pPr>
            <a:r>
              <a:rPr lang="en-US" sz="2000" b="1" dirty="0">
                <a:solidFill>
                  <a:schemeClr val="accent2">
                    <a:lumMod val="50000"/>
                  </a:schemeClr>
                </a:solidFill>
              </a:rPr>
              <a:t>DECLARE</a:t>
            </a:r>
            <a:r>
              <a:rPr lang="en-US" sz="2000" dirty="0">
                <a:solidFill>
                  <a:schemeClr val="accent2">
                    <a:lumMod val="50000"/>
                  </a:schemeClr>
                </a:solidFill>
              </a:rPr>
              <a:t> is where you define variables, cursors, and constants. </a:t>
            </a:r>
            <a:r>
              <a:rPr lang="en-US" sz="2000" b="1" dirty="0">
                <a:solidFill>
                  <a:schemeClr val="accent2">
                    <a:lumMod val="50000"/>
                  </a:schemeClr>
                </a:solidFill>
              </a:rPr>
              <a:t>Example:</a:t>
            </a:r>
          </a:p>
          <a:p>
            <a:pPr marL="0" indent="0">
              <a:buNone/>
            </a:pPr>
            <a:r>
              <a:rPr lang="en-US" sz="2000" i="1" dirty="0">
                <a:solidFill>
                  <a:schemeClr val="accent2">
                    <a:lumMod val="50000"/>
                  </a:schemeClr>
                </a:solidFill>
              </a:rPr>
              <a:t>DECLARE</a:t>
            </a:r>
          </a:p>
          <a:p>
            <a:pPr marL="0" indent="0">
              <a:buNone/>
            </a:pPr>
            <a:r>
              <a:rPr lang="en-US" sz="2000" i="1" dirty="0">
                <a:solidFill>
                  <a:schemeClr val="accent2">
                    <a:lumMod val="50000"/>
                  </a:schemeClr>
                </a:solidFill>
              </a:rPr>
              <a:t>    counter INT := 1;</a:t>
            </a:r>
          </a:p>
          <a:p>
            <a:pPr marL="0" indent="0">
              <a:buNone/>
            </a:pPr>
            <a:r>
              <a:rPr lang="en-US" sz="2000" i="1" dirty="0">
                <a:solidFill>
                  <a:schemeClr val="accent2">
                    <a:lumMod val="50000"/>
                  </a:schemeClr>
                </a:solidFill>
              </a:rPr>
              <a:t>    total   INT;</a:t>
            </a:r>
          </a:p>
          <a:p>
            <a:pPr marL="0" indent="0">
              <a:buNone/>
            </a:pPr>
            <a:r>
              <a:rPr lang="en-US" sz="2000" b="1" dirty="0">
                <a:solidFill>
                  <a:schemeClr val="accent2">
                    <a:lumMod val="50000"/>
                  </a:schemeClr>
                </a:solidFill>
              </a:rPr>
              <a:t>$$ (Dollar Quoting</a:t>
            </a:r>
            <a:r>
              <a:rPr lang="en-US" sz="2000" dirty="0">
                <a:solidFill>
                  <a:schemeClr val="accent2">
                    <a:lumMod val="50000"/>
                  </a:schemeClr>
                </a:solidFill>
              </a:rPr>
              <a:t>) $$ is a delimiter that tells PostgreSQL where the code block starts and ends</a:t>
            </a:r>
          </a:p>
          <a:p>
            <a:pPr marL="0" indent="0">
              <a:buNone/>
            </a:pPr>
            <a:r>
              <a:rPr lang="en-IN" sz="2000" dirty="0">
                <a:solidFill>
                  <a:schemeClr val="accent2">
                    <a:lumMod val="50000"/>
                  </a:schemeClr>
                </a:solidFill>
              </a:rPr>
              <a:t>DO $$ ... $$;</a:t>
            </a:r>
          </a:p>
          <a:p>
            <a:pPr marL="0" indent="0">
              <a:buNone/>
            </a:pPr>
            <a:r>
              <a:rPr lang="en-IN" sz="2000" dirty="0">
                <a:solidFill>
                  <a:schemeClr val="accent2">
                    <a:lumMod val="50000"/>
                  </a:schemeClr>
                </a:solidFill>
              </a:rPr>
              <a:t>DO $body$ ... $body$;</a:t>
            </a:r>
          </a:p>
          <a:p>
            <a:pPr marL="0" indent="0">
              <a:buNone/>
            </a:pPr>
            <a:r>
              <a:rPr lang="en-IN" sz="2000" b="1" dirty="0">
                <a:solidFill>
                  <a:schemeClr val="accent2">
                    <a:lumMod val="50000"/>
                  </a:schemeClr>
                </a:solidFill>
              </a:rPr>
              <a:t>BEGIN : </a:t>
            </a:r>
            <a:r>
              <a:rPr lang="en-US" sz="2000" dirty="0">
                <a:solidFill>
                  <a:schemeClr val="accent2">
                    <a:lumMod val="50000"/>
                  </a:schemeClr>
                </a:solidFill>
              </a:rPr>
              <a:t>Marks the start of executable code.</a:t>
            </a:r>
          </a:p>
          <a:p>
            <a:pPr marL="0" indent="0">
              <a:buNone/>
            </a:pPr>
            <a:r>
              <a:rPr lang="en-IN" sz="2000" b="1" dirty="0">
                <a:solidFill>
                  <a:schemeClr val="accent2">
                    <a:lumMod val="50000"/>
                  </a:schemeClr>
                </a:solidFill>
              </a:rPr>
              <a:t>END: </a:t>
            </a:r>
            <a:r>
              <a:rPr lang="en-US" sz="2000" dirty="0">
                <a:solidFill>
                  <a:schemeClr val="accent2">
                    <a:lumMod val="50000"/>
                  </a:schemeClr>
                </a:solidFill>
              </a:rPr>
              <a:t>Marks the end of the executable block.</a:t>
            </a:r>
            <a:endParaRPr lang="en-IN" sz="2000" dirty="0">
              <a:solidFill>
                <a:schemeClr val="accent2">
                  <a:lumMod val="50000"/>
                </a:schemeClr>
              </a:solidFill>
            </a:endParaRPr>
          </a:p>
        </p:txBody>
      </p:sp>
    </p:spTree>
    <p:extLst>
      <p:ext uri="{BB962C8B-B14F-4D97-AF65-F5344CB8AC3E}">
        <p14:creationId xmlns:p14="http://schemas.microsoft.com/office/powerpoint/2010/main" val="2274280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D6F6A0-3D88-5FEB-E38A-4F3A695091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7813B4-0681-53D9-8CD2-A9C9A0150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64D8094-6062-A044-2480-0C54FBC8A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39FD95-34A1-7941-A502-12D6EF6CE6C3}"/>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Looping Statements - Basics</a:t>
            </a:r>
          </a:p>
        </p:txBody>
      </p:sp>
      <p:sp>
        <p:nvSpPr>
          <p:cNvPr id="12" name="Arc 11">
            <a:extLst>
              <a:ext uri="{FF2B5EF4-FFF2-40B4-BE49-F238E27FC236}">
                <a16:creationId xmlns:a16="http://schemas.microsoft.com/office/drawing/2014/main" id="{3C31D8E9-BD47-3910-E118-D5102A15D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E4A07F39-7D88-0BA7-C6BF-5B61B3C10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5AE52F79-BCCE-67F8-225C-77500C418729}"/>
              </a:ext>
            </a:extLst>
          </p:cNvPr>
          <p:cNvSpPr>
            <a:spLocks noGrp="1"/>
          </p:cNvSpPr>
          <p:nvPr>
            <p:ph idx="1"/>
          </p:nvPr>
        </p:nvSpPr>
        <p:spPr>
          <a:xfrm>
            <a:off x="5134114" y="1391680"/>
            <a:ext cx="6467336" cy="5546330"/>
          </a:xfrm>
        </p:spPr>
        <p:txBody>
          <a:bodyPr>
            <a:normAutofit/>
          </a:bodyPr>
          <a:lstStyle/>
          <a:p>
            <a:pPr marL="0" indent="0">
              <a:buNone/>
            </a:pPr>
            <a:r>
              <a:rPr lang="en-IN" sz="2000" b="1" dirty="0">
                <a:solidFill>
                  <a:schemeClr val="accent2">
                    <a:lumMod val="50000"/>
                  </a:schemeClr>
                </a:solidFill>
              </a:rPr>
              <a:t>LOOP:  </a:t>
            </a:r>
            <a:r>
              <a:rPr lang="en-US" sz="2000" dirty="0">
                <a:solidFill>
                  <a:schemeClr val="accent2">
                    <a:lumMod val="50000"/>
                  </a:schemeClr>
                </a:solidFill>
              </a:rPr>
              <a:t>Starts a repeating block of code</a:t>
            </a:r>
            <a:r>
              <a:rPr lang="en-US" sz="2000" b="1" dirty="0">
                <a:solidFill>
                  <a:schemeClr val="accent2">
                    <a:lumMod val="50000"/>
                  </a:schemeClr>
                </a:solidFill>
              </a:rPr>
              <a:t>.</a:t>
            </a:r>
          </a:p>
          <a:p>
            <a:pPr marL="0" indent="0">
              <a:buNone/>
            </a:pPr>
            <a:r>
              <a:rPr lang="en-IN" sz="2000" b="1" dirty="0">
                <a:solidFill>
                  <a:schemeClr val="accent2">
                    <a:lumMod val="50000"/>
                  </a:schemeClr>
                </a:solidFill>
              </a:rPr>
              <a:t>END LOOP: </a:t>
            </a:r>
            <a:r>
              <a:rPr lang="en-IN" sz="2000" dirty="0">
                <a:solidFill>
                  <a:schemeClr val="accent2">
                    <a:lumMod val="50000"/>
                  </a:schemeClr>
                </a:solidFill>
              </a:rPr>
              <a:t>Closes the LOOP block.</a:t>
            </a:r>
          </a:p>
          <a:p>
            <a:pPr marL="0" indent="0">
              <a:buNone/>
            </a:pPr>
            <a:r>
              <a:rPr lang="en-IN" sz="2000" b="1" dirty="0">
                <a:solidFill>
                  <a:schemeClr val="accent2">
                    <a:lumMod val="50000"/>
                  </a:schemeClr>
                </a:solidFill>
              </a:rPr>
              <a:t>RAISE NOTICE: </a:t>
            </a:r>
            <a:r>
              <a:rPr lang="en-US" sz="2000" dirty="0">
                <a:solidFill>
                  <a:schemeClr val="accent2">
                    <a:lumMod val="50000"/>
                  </a:schemeClr>
                </a:solidFill>
              </a:rPr>
              <a:t>Prints a message to the console/output.</a:t>
            </a:r>
          </a:p>
          <a:p>
            <a:pPr marL="0" indent="0">
              <a:buNone/>
            </a:pPr>
            <a:r>
              <a:rPr lang="en-IN" sz="2000" dirty="0">
                <a:solidFill>
                  <a:schemeClr val="accent2">
                    <a:lumMod val="50000"/>
                  </a:schemeClr>
                </a:solidFill>
              </a:rPr>
              <a:t>% is a placeholder</a:t>
            </a:r>
          </a:p>
          <a:p>
            <a:pPr marL="0" indent="0">
              <a:buNone/>
            </a:pPr>
            <a:r>
              <a:rPr lang="en-IN" sz="2000" b="1" dirty="0">
                <a:solidFill>
                  <a:schemeClr val="accent2">
                    <a:lumMod val="50000"/>
                  </a:schemeClr>
                </a:solidFill>
              </a:rPr>
              <a:t>Example</a:t>
            </a:r>
            <a:r>
              <a:rPr lang="en-IN" sz="2000" dirty="0">
                <a:solidFill>
                  <a:schemeClr val="accent2">
                    <a:lumMod val="50000"/>
                  </a:schemeClr>
                </a:solidFill>
              </a:rPr>
              <a:t>: </a:t>
            </a:r>
            <a:r>
              <a:rPr lang="en-US" sz="2000" dirty="0">
                <a:solidFill>
                  <a:schemeClr val="accent2">
                    <a:lumMod val="50000"/>
                  </a:schemeClr>
                </a:solidFill>
              </a:rPr>
              <a:t> RAISE NOTICE 'Current value: %', </a:t>
            </a:r>
            <a:r>
              <a:rPr lang="en-US" sz="2000" dirty="0" err="1">
                <a:solidFill>
                  <a:schemeClr val="accent2">
                    <a:lumMod val="50000"/>
                  </a:schemeClr>
                </a:solidFill>
              </a:rPr>
              <a:t>i</a:t>
            </a:r>
            <a:r>
              <a:rPr lang="en-US" sz="2000" dirty="0">
                <a:solidFill>
                  <a:schemeClr val="accent2">
                    <a:lumMod val="50000"/>
                  </a:schemeClr>
                </a:solidFill>
              </a:rPr>
              <a:t>;</a:t>
            </a:r>
          </a:p>
          <a:p>
            <a:pPr marL="0" indent="0">
              <a:buNone/>
            </a:pPr>
            <a:r>
              <a:rPr lang="en-US" sz="2000" b="1" dirty="0">
                <a:solidFill>
                  <a:schemeClr val="accent2">
                    <a:lumMod val="50000"/>
                  </a:schemeClr>
                </a:solidFill>
              </a:rPr>
              <a:t>CALL</a:t>
            </a:r>
            <a:r>
              <a:rPr lang="en-US" sz="2000" dirty="0">
                <a:solidFill>
                  <a:schemeClr val="accent2">
                    <a:lumMod val="50000"/>
                  </a:schemeClr>
                </a:solidFill>
              </a:rPr>
              <a:t>: executing the stored </a:t>
            </a:r>
            <a:r>
              <a:rPr lang="en-US" sz="2000" dirty="0" err="1">
                <a:solidFill>
                  <a:schemeClr val="accent2">
                    <a:lumMod val="50000"/>
                  </a:schemeClr>
                </a:solidFill>
              </a:rPr>
              <a:t>proceduce</a:t>
            </a:r>
            <a:endParaRPr lang="en-US" sz="2000" dirty="0">
              <a:solidFill>
                <a:schemeClr val="accent2">
                  <a:lumMod val="50000"/>
                </a:schemeClr>
              </a:solidFill>
            </a:endParaRPr>
          </a:p>
          <a:p>
            <a:pPr marL="0" indent="0">
              <a:buNone/>
            </a:pPr>
            <a:r>
              <a:rPr lang="en-US" sz="2000" b="1" dirty="0">
                <a:solidFill>
                  <a:schemeClr val="accent2">
                    <a:lumMod val="50000"/>
                  </a:schemeClr>
                </a:solidFill>
              </a:rPr>
              <a:t>LANGUAGE:</a:t>
            </a:r>
          </a:p>
          <a:p>
            <a:pPr marL="0" indent="0">
              <a:buNone/>
            </a:pPr>
            <a:r>
              <a:rPr lang="en-US" sz="2000" dirty="0">
                <a:solidFill>
                  <a:schemeClr val="accent2">
                    <a:lumMod val="50000"/>
                  </a:schemeClr>
                </a:solidFill>
              </a:rPr>
              <a:t> specifies which language the database should use to run your code.</a:t>
            </a:r>
          </a:p>
          <a:p>
            <a:pPr marL="0" indent="0">
              <a:buNone/>
            </a:pPr>
            <a:r>
              <a:rPr lang="en-US" sz="2000" b="1" dirty="0" err="1">
                <a:solidFill>
                  <a:schemeClr val="accent2">
                    <a:lumMod val="50000"/>
                  </a:schemeClr>
                </a:solidFill>
              </a:rPr>
              <a:t>plpgsql</a:t>
            </a:r>
            <a:r>
              <a:rPr lang="en-US" sz="2000" dirty="0">
                <a:solidFill>
                  <a:schemeClr val="accent2">
                    <a:lumMod val="50000"/>
                  </a:schemeClr>
                </a:solidFill>
              </a:rPr>
              <a:t> is PostgreSQL’s procedural extension of SQL: Allows variables, loops, IF conditions, error </a:t>
            </a:r>
            <a:r>
              <a:rPr lang="en-US" sz="2000" dirty="0" err="1">
                <a:solidFill>
                  <a:schemeClr val="accent2">
                    <a:lumMod val="50000"/>
                  </a:schemeClr>
                </a:solidFill>
              </a:rPr>
              <a:t>handlingEnables</a:t>
            </a:r>
            <a:r>
              <a:rPr lang="en-US" sz="2000" dirty="0">
                <a:solidFill>
                  <a:schemeClr val="accent2">
                    <a:lumMod val="50000"/>
                  </a:schemeClr>
                </a:solidFill>
              </a:rPr>
              <a:t> procedures and functions to be more than just single SQL statements</a:t>
            </a:r>
            <a:endParaRPr lang="en-IN" sz="2000" dirty="0">
              <a:solidFill>
                <a:schemeClr val="accent2">
                  <a:lumMod val="50000"/>
                </a:schemeClr>
              </a:solidFill>
            </a:endParaRPr>
          </a:p>
        </p:txBody>
      </p:sp>
    </p:spTree>
    <p:extLst>
      <p:ext uri="{BB962C8B-B14F-4D97-AF65-F5344CB8AC3E}">
        <p14:creationId xmlns:p14="http://schemas.microsoft.com/office/powerpoint/2010/main" val="1043730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68572C-4AA2-E690-90ED-B64B613D5D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3109F7-4AF9-B725-030C-D7D473F32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7CD0A8A-5643-B85E-95F0-C8D4A419A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334783-C6B9-3397-2B22-E4B2240323E5}"/>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LOOP Syntax</a:t>
            </a:r>
          </a:p>
        </p:txBody>
      </p:sp>
      <p:sp>
        <p:nvSpPr>
          <p:cNvPr id="12" name="Arc 11">
            <a:extLst>
              <a:ext uri="{FF2B5EF4-FFF2-40B4-BE49-F238E27FC236}">
                <a16:creationId xmlns:a16="http://schemas.microsoft.com/office/drawing/2014/main" id="{659FED9B-2F9A-1A61-DAB2-D42209757D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217F374A-8493-FBCE-67DB-A6A723935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50958297-6AE0-5C19-61A4-86EAA1ABF910}"/>
              </a:ext>
            </a:extLst>
          </p:cNvPr>
          <p:cNvSpPr>
            <a:spLocks noGrp="1"/>
          </p:cNvSpPr>
          <p:nvPr>
            <p:ph idx="1"/>
          </p:nvPr>
        </p:nvSpPr>
        <p:spPr>
          <a:xfrm>
            <a:off x="5134114" y="1391680"/>
            <a:ext cx="6467336" cy="5546330"/>
          </a:xfrm>
        </p:spPr>
        <p:txBody>
          <a:bodyPr>
            <a:normAutofit fontScale="70000" lnSpcReduction="20000"/>
          </a:bodyPr>
          <a:lstStyle/>
          <a:p>
            <a:pPr marL="0" indent="0">
              <a:buNone/>
            </a:pPr>
            <a:r>
              <a:rPr lang="en-US" sz="2000" dirty="0">
                <a:solidFill>
                  <a:schemeClr val="accent2">
                    <a:lumMod val="50000"/>
                  </a:schemeClr>
                </a:solidFill>
              </a:rPr>
              <a:t>LOOP</a:t>
            </a:r>
          </a:p>
          <a:p>
            <a:pPr marL="0" indent="0">
              <a:buNone/>
            </a:pPr>
            <a:r>
              <a:rPr lang="en-US" sz="2000" dirty="0">
                <a:solidFill>
                  <a:schemeClr val="accent2">
                    <a:lumMod val="50000"/>
                  </a:schemeClr>
                </a:solidFill>
              </a:rPr>
              <a:t>   statements;</a:t>
            </a:r>
          </a:p>
          <a:p>
            <a:pPr marL="0" indent="0">
              <a:buNone/>
            </a:pPr>
            <a:r>
              <a:rPr lang="en-US" sz="2000" dirty="0">
                <a:solidFill>
                  <a:schemeClr val="accent2">
                    <a:lumMod val="50000"/>
                  </a:schemeClr>
                </a:solidFill>
              </a:rPr>
              <a:t>   EXIT WHEN condition;</a:t>
            </a:r>
          </a:p>
          <a:p>
            <a:pPr marL="0" indent="0">
              <a:buNone/>
            </a:pPr>
            <a:r>
              <a:rPr lang="en-US" sz="2000" dirty="0">
                <a:solidFill>
                  <a:schemeClr val="accent2">
                    <a:lumMod val="50000"/>
                  </a:schemeClr>
                </a:solidFill>
              </a:rPr>
              <a:t>END LOOP;</a:t>
            </a:r>
          </a:p>
          <a:p>
            <a:pPr marL="0" indent="0">
              <a:buNone/>
            </a:pPr>
            <a:endParaRPr lang="en-US" sz="2000" b="1" dirty="0">
              <a:solidFill>
                <a:schemeClr val="accent2">
                  <a:lumMod val="50000"/>
                </a:schemeClr>
              </a:solidFill>
            </a:endParaRPr>
          </a:p>
          <a:p>
            <a:pPr marL="0" indent="0">
              <a:buNone/>
            </a:pPr>
            <a:r>
              <a:rPr lang="en-US" sz="2000" b="1" dirty="0">
                <a:solidFill>
                  <a:schemeClr val="accent2">
                    <a:lumMod val="50000"/>
                  </a:schemeClr>
                </a:solidFill>
              </a:rPr>
              <a:t>Example:</a:t>
            </a:r>
          </a:p>
          <a:p>
            <a:pPr marL="0" marR="0">
              <a:buNone/>
            </a:pPr>
            <a:r>
              <a:rPr lang="en-US" sz="2000" b="1" dirty="0">
                <a:solidFill>
                  <a:srgbClr val="800000"/>
                </a:solidFill>
                <a:effectLst/>
                <a:latin typeface="Courier New" panose="02070309020205020404" pitchFamily="49" charset="0"/>
              </a:rPr>
              <a:t>CREATE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OR</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REPLACE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PROCEDURE</a:t>
            </a:r>
            <a:r>
              <a:rPr lang="en-US" sz="2000" dirty="0">
                <a:solidFill>
                  <a:srgbClr val="000000"/>
                </a:solidFill>
                <a:effectLst/>
                <a:latin typeface="Courier New" panose="02070309020205020404" pitchFamily="49" charset="0"/>
              </a:rPr>
              <a:t> </a:t>
            </a:r>
            <a:r>
              <a:rPr lang="en-US" sz="2000" dirty="0" err="1">
                <a:solidFill>
                  <a:srgbClr val="8E00C6"/>
                </a:solidFill>
                <a:effectLst/>
                <a:latin typeface="Courier New" panose="02070309020205020404" pitchFamily="49" charset="0"/>
              </a:rPr>
              <a:t>print_integers</a:t>
            </a:r>
            <a:r>
              <a:rPr lang="en-US" sz="2000" dirty="0">
                <a:solidFill>
                  <a:srgbClr val="000000"/>
                </a:solidFill>
                <a:effectLst/>
                <a:latin typeface="Courier New" panose="02070309020205020404" pitchFamily="49" charset="0"/>
              </a:rPr>
              <a:t>()</a:t>
            </a:r>
          </a:p>
          <a:p>
            <a:pPr marL="0" marR="0">
              <a:buNone/>
            </a:pPr>
            <a:r>
              <a:rPr lang="en-US" sz="2000" dirty="0">
                <a:solidFill>
                  <a:srgbClr val="006464"/>
                </a:solidFill>
                <a:effectLst/>
                <a:latin typeface="Courier New" panose="02070309020205020404" pitchFamily="49" charset="0"/>
              </a:rPr>
              <a:t>LANGUAGE</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plpgsql</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AS</a:t>
            </a:r>
            <a:r>
              <a:rPr lang="en-US" sz="2000" dirty="0">
                <a:solidFill>
                  <a:srgbClr val="000000"/>
                </a:solidFill>
                <a:effectLst/>
                <a:latin typeface="Courier New" panose="02070309020205020404" pitchFamily="49" charset="0"/>
              </a:rPr>
              <a:t> </a:t>
            </a:r>
            <a:r>
              <a:rPr lang="en-US" sz="2000" b="1"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DECLARE</a:t>
            </a:r>
            <a:endParaRPr lang="en-US" sz="2000" dirty="0">
              <a:solidFill>
                <a:srgbClr val="000000"/>
              </a:solidFill>
              <a:effectLst/>
              <a:latin typeface="Courier New" panose="02070309020205020404" pitchFamily="49" charset="0"/>
            </a:endParaRPr>
          </a:p>
          <a:p>
            <a:pPr marL="0" marR="0">
              <a:buNone/>
            </a:pP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a:t>
            </a:r>
            <a:r>
              <a:rPr lang="en-US" sz="2000" b="1" dirty="0">
                <a:solidFill>
                  <a:srgbClr val="000080"/>
                </a:solidFill>
                <a:effectLst/>
                <a:latin typeface="Courier New" panose="02070309020205020404" pitchFamily="49" charset="0"/>
              </a:rPr>
              <a:t>INT</a:t>
            </a:r>
            <a:r>
              <a:rPr lang="en-US" sz="2000" dirty="0">
                <a:solidFill>
                  <a:srgbClr val="000000"/>
                </a:solidFill>
                <a:effectLst/>
                <a:latin typeface="Courier New" panose="02070309020205020404" pitchFamily="49" charset="0"/>
              </a:rPr>
              <a:t> := </a:t>
            </a:r>
            <a:r>
              <a:rPr lang="en-US" sz="2000" dirty="0">
                <a:solidFill>
                  <a:srgbClr val="0000FF"/>
                </a:solidFill>
                <a:effectLst/>
                <a:latin typeface="Courier New" panose="02070309020205020404" pitchFamily="49" charset="0"/>
              </a:rPr>
              <a:t>1</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BEGIN</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LOOP</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RAISE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NOTICE</a:t>
            </a:r>
            <a:r>
              <a:rPr lang="en-US" sz="2000" dirty="0">
                <a:solidFill>
                  <a:srgbClr val="000000"/>
                </a:solidFill>
                <a:effectLst/>
                <a:latin typeface="Courier New" panose="02070309020205020404" pitchFamily="49" charset="0"/>
              </a:rPr>
              <a:t> </a:t>
            </a:r>
            <a:r>
              <a:rPr lang="en-US" sz="2000" dirty="0">
                <a:solidFill>
                  <a:srgbClr val="008000"/>
                </a:solidFill>
                <a:effectLst/>
                <a:latin typeface="Courier New" panose="02070309020205020404" pitchFamily="49" charset="0"/>
              </a:rPr>
              <a:t>'Value: %'</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i</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 </a:t>
            </a: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 </a:t>
            </a:r>
            <a:r>
              <a:rPr lang="en-US" sz="2000" dirty="0">
                <a:solidFill>
                  <a:srgbClr val="0000FF"/>
                </a:solidFill>
                <a:effectLst/>
                <a:latin typeface="Courier New" panose="02070309020205020404" pitchFamily="49" charset="0"/>
              </a:rPr>
              <a:t>1</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EXIT</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WHEN</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&gt; </a:t>
            </a:r>
            <a:r>
              <a:rPr lang="en-US" sz="2000" dirty="0">
                <a:solidFill>
                  <a:srgbClr val="0000FF"/>
                </a:solidFill>
                <a:effectLst/>
                <a:latin typeface="Courier New" panose="02070309020205020404" pitchFamily="49" charset="0"/>
              </a:rPr>
              <a:t>5</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LOOP</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FF0000"/>
                </a:solidFill>
                <a:effectLst/>
                <a:latin typeface="Courier New" panose="02070309020205020404" pitchFamily="49" charset="0"/>
              </a:rPr>
              <a:t>$$</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indent="0">
              <a:buNone/>
            </a:pPr>
            <a:endParaRPr lang="en-US" sz="2000" b="1" dirty="0">
              <a:solidFill>
                <a:schemeClr val="accent2">
                  <a:lumMod val="50000"/>
                </a:schemeClr>
              </a:solidFill>
            </a:endParaRPr>
          </a:p>
        </p:txBody>
      </p:sp>
      <p:pic>
        <p:nvPicPr>
          <p:cNvPr id="5" name="Picture 4" descr="A screenshot of a computer&#10;&#10;AI-generated content may be incorrect.">
            <a:extLst>
              <a:ext uri="{FF2B5EF4-FFF2-40B4-BE49-F238E27FC236}">
                <a16:creationId xmlns:a16="http://schemas.microsoft.com/office/drawing/2014/main" id="{E18530EF-C0EB-3C4D-756E-7044E1E5115B}"/>
              </a:ext>
            </a:extLst>
          </p:cNvPr>
          <p:cNvPicPr>
            <a:picLocks noChangeAspect="1"/>
          </p:cNvPicPr>
          <p:nvPr/>
        </p:nvPicPr>
        <p:blipFill>
          <a:blip r:embed="rId2"/>
          <a:stretch>
            <a:fillRect/>
          </a:stretch>
        </p:blipFill>
        <p:spPr>
          <a:xfrm>
            <a:off x="9002899" y="3532309"/>
            <a:ext cx="2598551" cy="2969772"/>
          </a:xfrm>
          <a:prstGeom prst="rect">
            <a:avLst/>
          </a:prstGeom>
          <a:ln>
            <a:solidFill>
              <a:schemeClr val="accent1"/>
            </a:solidFill>
            <a:prstDash val="dash"/>
          </a:ln>
        </p:spPr>
      </p:pic>
    </p:spTree>
    <p:extLst>
      <p:ext uri="{BB962C8B-B14F-4D97-AF65-F5344CB8AC3E}">
        <p14:creationId xmlns:p14="http://schemas.microsoft.com/office/powerpoint/2010/main" val="330890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E219F3-E89A-9652-662F-0AE55C6AF6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8E0A35-296A-7F96-9910-25DA45E30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5F09CE-0C07-4425-0C2F-039222C29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80D9-22F6-D2F5-883C-8317837AAF87}"/>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While Loop</a:t>
            </a:r>
          </a:p>
        </p:txBody>
      </p:sp>
      <p:sp>
        <p:nvSpPr>
          <p:cNvPr id="12" name="Arc 11">
            <a:extLst>
              <a:ext uri="{FF2B5EF4-FFF2-40B4-BE49-F238E27FC236}">
                <a16:creationId xmlns:a16="http://schemas.microsoft.com/office/drawing/2014/main" id="{26AD3C90-F941-5904-FD62-AC885F18B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381C496-FB8B-4042-90BB-3D4044AD7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4DAF9D12-8CAF-5AC2-16B7-21D2FADBBE48}"/>
              </a:ext>
            </a:extLst>
          </p:cNvPr>
          <p:cNvSpPr>
            <a:spLocks noGrp="1"/>
          </p:cNvSpPr>
          <p:nvPr>
            <p:ph idx="1"/>
          </p:nvPr>
        </p:nvSpPr>
        <p:spPr>
          <a:xfrm>
            <a:off x="5134114" y="1396686"/>
            <a:ext cx="6467336" cy="5546330"/>
          </a:xfrm>
        </p:spPr>
        <p:txBody>
          <a:bodyPr>
            <a:normAutofit fontScale="77500" lnSpcReduction="20000"/>
          </a:bodyPr>
          <a:lstStyle/>
          <a:p>
            <a:pPr marL="0" indent="0">
              <a:buNone/>
            </a:pPr>
            <a:r>
              <a:rPr lang="en-US" sz="2000" dirty="0">
                <a:solidFill>
                  <a:schemeClr val="accent2">
                    <a:lumMod val="50000"/>
                  </a:schemeClr>
                </a:solidFill>
              </a:rPr>
              <a:t>WHILE condition LOOP</a:t>
            </a:r>
          </a:p>
          <a:p>
            <a:pPr marL="0" indent="0">
              <a:buNone/>
            </a:pPr>
            <a:r>
              <a:rPr lang="en-US" sz="2000" dirty="0">
                <a:solidFill>
                  <a:schemeClr val="accent2">
                    <a:lumMod val="50000"/>
                  </a:schemeClr>
                </a:solidFill>
              </a:rPr>
              <a:t>   statements;</a:t>
            </a:r>
          </a:p>
          <a:p>
            <a:pPr marL="0" indent="0">
              <a:buNone/>
            </a:pPr>
            <a:r>
              <a:rPr lang="en-US" sz="2000" dirty="0">
                <a:solidFill>
                  <a:schemeClr val="accent2">
                    <a:lumMod val="50000"/>
                  </a:schemeClr>
                </a:solidFill>
              </a:rPr>
              <a:t>END LOOP;</a:t>
            </a:r>
            <a:endParaRPr lang="en-US" sz="2000" b="1" dirty="0">
              <a:solidFill>
                <a:schemeClr val="accent2">
                  <a:lumMod val="50000"/>
                </a:schemeClr>
              </a:solidFill>
            </a:endParaRPr>
          </a:p>
          <a:p>
            <a:pPr marL="0" indent="0">
              <a:buNone/>
            </a:pPr>
            <a:r>
              <a:rPr lang="en-US" sz="2000" b="1" dirty="0">
                <a:solidFill>
                  <a:schemeClr val="accent2">
                    <a:lumMod val="50000"/>
                  </a:schemeClr>
                </a:solidFill>
              </a:rPr>
              <a:t>Example:</a:t>
            </a:r>
          </a:p>
          <a:p>
            <a:pPr marL="0" marR="0">
              <a:buNone/>
            </a:pPr>
            <a:r>
              <a:rPr lang="en-US" sz="2000" b="1" dirty="0">
                <a:solidFill>
                  <a:srgbClr val="800000"/>
                </a:solidFill>
                <a:effectLst/>
                <a:latin typeface="Courier New" panose="02070309020205020404" pitchFamily="49" charset="0"/>
              </a:rPr>
              <a:t>CREATE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OR</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REPLACE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PROCEDURE</a:t>
            </a:r>
            <a:r>
              <a:rPr lang="en-US" sz="2000" dirty="0">
                <a:solidFill>
                  <a:srgbClr val="000000"/>
                </a:solidFill>
                <a:effectLst/>
                <a:latin typeface="Courier New" panose="02070309020205020404" pitchFamily="49" charset="0"/>
              </a:rPr>
              <a:t> </a:t>
            </a:r>
            <a:r>
              <a:rPr lang="en-US" sz="2000" dirty="0">
                <a:solidFill>
                  <a:srgbClr val="8E00C6"/>
                </a:solidFill>
                <a:effectLst/>
                <a:latin typeface="Courier New" panose="02070309020205020404" pitchFamily="49" charset="0"/>
              </a:rPr>
              <a:t>print_integers_1</a:t>
            </a:r>
            <a:r>
              <a:rPr lang="en-US" sz="2000" dirty="0">
                <a:solidFill>
                  <a:srgbClr val="000000"/>
                </a:solidFill>
                <a:effectLst/>
                <a:latin typeface="Courier New" panose="02070309020205020404" pitchFamily="49" charset="0"/>
              </a:rPr>
              <a:t>()</a:t>
            </a:r>
          </a:p>
          <a:p>
            <a:pPr marL="0" marR="0">
              <a:buNone/>
            </a:pPr>
            <a:r>
              <a:rPr lang="en-US" sz="2000" dirty="0">
                <a:solidFill>
                  <a:srgbClr val="006464"/>
                </a:solidFill>
                <a:effectLst/>
                <a:latin typeface="Courier New" panose="02070309020205020404" pitchFamily="49" charset="0"/>
              </a:rPr>
              <a:t>LANGUAGE</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plpgsql</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AS</a:t>
            </a:r>
            <a:r>
              <a:rPr lang="en-US" sz="2000" dirty="0">
                <a:solidFill>
                  <a:srgbClr val="000000"/>
                </a:solidFill>
                <a:effectLst/>
                <a:latin typeface="Courier New" panose="02070309020205020404" pitchFamily="49" charset="0"/>
              </a:rPr>
              <a:t> </a:t>
            </a:r>
            <a:r>
              <a:rPr lang="en-US" sz="2000" b="1"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DECLARE</a:t>
            </a:r>
            <a:endParaRPr lang="en-US" sz="2000" dirty="0">
              <a:solidFill>
                <a:srgbClr val="000000"/>
              </a:solidFill>
              <a:effectLst/>
              <a:latin typeface="Courier New" panose="02070309020205020404" pitchFamily="49" charset="0"/>
            </a:endParaRPr>
          </a:p>
          <a:p>
            <a:pPr marL="0" marR="0">
              <a:buNone/>
            </a:pP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a:t>
            </a:r>
            <a:r>
              <a:rPr lang="en-US" sz="2000" b="1" dirty="0">
                <a:solidFill>
                  <a:srgbClr val="000080"/>
                </a:solidFill>
                <a:effectLst/>
                <a:latin typeface="Courier New" panose="02070309020205020404" pitchFamily="49" charset="0"/>
              </a:rPr>
              <a:t>INT</a:t>
            </a:r>
            <a:r>
              <a:rPr lang="en-US" sz="2000" dirty="0">
                <a:solidFill>
                  <a:srgbClr val="000000"/>
                </a:solidFill>
                <a:effectLst/>
                <a:latin typeface="Courier New" panose="02070309020205020404" pitchFamily="49" charset="0"/>
              </a:rPr>
              <a:t> := </a:t>
            </a:r>
            <a:r>
              <a:rPr lang="en-US" sz="2000" dirty="0">
                <a:solidFill>
                  <a:srgbClr val="0000FF"/>
                </a:solidFill>
                <a:effectLst/>
                <a:latin typeface="Courier New" panose="02070309020205020404" pitchFamily="49" charset="0"/>
              </a:rPr>
              <a:t>1</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BEGIN</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WHILE</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&lt;= </a:t>
            </a:r>
            <a:r>
              <a:rPr lang="en-US" sz="2000" dirty="0">
                <a:solidFill>
                  <a:srgbClr val="0000FF"/>
                </a:solidFill>
                <a:effectLst/>
                <a:latin typeface="Courier New" panose="02070309020205020404" pitchFamily="49" charset="0"/>
              </a:rPr>
              <a:t>5</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LOOP</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RAISE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NOTICE</a:t>
            </a:r>
            <a:r>
              <a:rPr lang="en-US" sz="2000" dirty="0">
                <a:solidFill>
                  <a:srgbClr val="000000"/>
                </a:solidFill>
                <a:effectLst/>
                <a:latin typeface="Courier New" panose="02070309020205020404" pitchFamily="49" charset="0"/>
              </a:rPr>
              <a:t> </a:t>
            </a:r>
            <a:r>
              <a:rPr lang="en-US" sz="2000" dirty="0">
                <a:solidFill>
                  <a:srgbClr val="008000"/>
                </a:solidFill>
                <a:effectLst/>
                <a:latin typeface="Courier New" panose="02070309020205020404" pitchFamily="49" charset="0"/>
              </a:rPr>
              <a:t>'Value: %'</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i</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 </a:t>
            </a: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 </a:t>
            </a:r>
            <a:r>
              <a:rPr lang="en-US" sz="2000" dirty="0">
                <a:solidFill>
                  <a:srgbClr val="0000FF"/>
                </a:solidFill>
                <a:effectLst/>
                <a:latin typeface="Courier New" panose="02070309020205020404" pitchFamily="49" charset="0"/>
              </a:rPr>
              <a:t>1</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LOOP</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FF0000"/>
                </a:solidFill>
                <a:effectLst/>
                <a:latin typeface="Courier New" panose="02070309020205020404" pitchFamily="49" charset="0"/>
              </a:rPr>
              <a:t>$$</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br>
              <a:rPr lang="en-US" sz="2000" dirty="0">
                <a:solidFill>
                  <a:srgbClr val="000000"/>
                </a:solidFill>
                <a:effectLst/>
                <a:latin typeface="Courier New" panose="02070309020205020404" pitchFamily="49" charset="0"/>
              </a:rPr>
            </a:b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call</a:t>
            </a:r>
            <a:r>
              <a:rPr lang="en-US" sz="2000" dirty="0">
                <a:solidFill>
                  <a:srgbClr val="000000"/>
                </a:solidFill>
                <a:effectLst/>
                <a:latin typeface="Courier New" panose="02070309020205020404" pitchFamily="49" charset="0"/>
              </a:rPr>
              <a:t> </a:t>
            </a:r>
            <a:r>
              <a:rPr lang="en-US" sz="2000" u="sng" dirty="0">
                <a:solidFill>
                  <a:srgbClr val="6C5151"/>
                </a:solidFill>
                <a:effectLst/>
                <a:latin typeface="Courier New" panose="02070309020205020404" pitchFamily="49" charset="0"/>
              </a:rPr>
              <a:t>print_integers_1</a:t>
            </a:r>
            <a:r>
              <a:rPr lang="en-US" sz="2000" dirty="0">
                <a:solidFill>
                  <a:srgbClr val="000000"/>
                </a:solidFill>
                <a:effectLst/>
                <a:latin typeface="Courier New" panose="02070309020205020404" pitchFamily="49" charset="0"/>
              </a:rPr>
              <a:t>()</a:t>
            </a:r>
          </a:p>
          <a:p>
            <a:pPr marL="0" indent="0">
              <a:buNone/>
            </a:pPr>
            <a:endParaRPr lang="en-US" sz="2000" b="1" dirty="0">
              <a:solidFill>
                <a:schemeClr val="accent2">
                  <a:lumMod val="50000"/>
                </a:schemeClr>
              </a:solidFill>
            </a:endParaRPr>
          </a:p>
        </p:txBody>
      </p:sp>
      <p:pic>
        <p:nvPicPr>
          <p:cNvPr id="6" name="Picture 5" descr="A screenshot of a computer&#10;&#10;AI-generated content may be incorrect.">
            <a:extLst>
              <a:ext uri="{FF2B5EF4-FFF2-40B4-BE49-F238E27FC236}">
                <a16:creationId xmlns:a16="http://schemas.microsoft.com/office/drawing/2014/main" id="{67DD2611-0EE8-605A-53DF-9D2FC43F2EBC}"/>
              </a:ext>
            </a:extLst>
          </p:cNvPr>
          <p:cNvPicPr>
            <a:picLocks noChangeAspect="1"/>
          </p:cNvPicPr>
          <p:nvPr/>
        </p:nvPicPr>
        <p:blipFill>
          <a:blip r:embed="rId2"/>
          <a:stretch>
            <a:fillRect/>
          </a:stretch>
        </p:blipFill>
        <p:spPr>
          <a:xfrm>
            <a:off x="9196033" y="3038425"/>
            <a:ext cx="2430404" cy="3258462"/>
          </a:xfrm>
          <a:prstGeom prst="rect">
            <a:avLst/>
          </a:prstGeom>
          <a:ln>
            <a:solidFill>
              <a:schemeClr val="accent1"/>
            </a:solidFill>
          </a:ln>
        </p:spPr>
      </p:pic>
    </p:spTree>
    <p:extLst>
      <p:ext uri="{BB962C8B-B14F-4D97-AF65-F5344CB8AC3E}">
        <p14:creationId xmlns:p14="http://schemas.microsoft.com/office/powerpoint/2010/main" val="2013000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B96F33-4BB7-F708-2F29-AFF786D3E6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A7290C-A6B8-BDC6-C025-8CCE018EF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A2D7683-F638-986C-BF85-48CC2EBF9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F1957-1AB2-FBB6-582D-D355CA9BFAB2}"/>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For Loop (Numeric)</a:t>
            </a:r>
          </a:p>
        </p:txBody>
      </p:sp>
      <p:sp>
        <p:nvSpPr>
          <p:cNvPr id="12" name="Arc 11">
            <a:extLst>
              <a:ext uri="{FF2B5EF4-FFF2-40B4-BE49-F238E27FC236}">
                <a16:creationId xmlns:a16="http://schemas.microsoft.com/office/drawing/2014/main" id="{1CA891CC-7D0B-DCF4-E60F-C846EB3BD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7B67BCA4-B075-67A1-41FB-B177B8383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48870E87-9BA2-7F7F-0053-B0FF44BF549A}"/>
              </a:ext>
            </a:extLst>
          </p:cNvPr>
          <p:cNvSpPr>
            <a:spLocks noGrp="1"/>
          </p:cNvSpPr>
          <p:nvPr>
            <p:ph idx="1"/>
          </p:nvPr>
        </p:nvSpPr>
        <p:spPr>
          <a:xfrm>
            <a:off x="5201102" y="1396686"/>
            <a:ext cx="6467336" cy="5546330"/>
          </a:xfrm>
        </p:spPr>
        <p:txBody>
          <a:bodyPr>
            <a:normAutofit fontScale="85000" lnSpcReduction="10000"/>
          </a:bodyPr>
          <a:lstStyle/>
          <a:p>
            <a:pPr marL="0" indent="0">
              <a:buNone/>
            </a:pPr>
            <a:r>
              <a:rPr lang="en-US" sz="2000" dirty="0">
                <a:solidFill>
                  <a:schemeClr val="accent2">
                    <a:lumMod val="50000"/>
                  </a:schemeClr>
                </a:solidFill>
              </a:rPr>
              <a:t>FOR counter IN </a:t>
            </a:r>
            <a:r>
              <a:rPr lang="en-US" sz="2000" dirty="0" err="1">
                <a:solidFill>
                  <a:schemeClr val="accent2">
                    <a:lumMod val="50000"/>
                  </a:schemeClr>
                </a:solidFill>
              </a:rPr>
              <a:t>start..end</a:t>
            </a:r>
            <a:r>
              <a:rPr lang="en-US" sz="2000" dirty="0">
                <a:solidFill>
                  <a:schemeClr val="accent2">
                    <a:lumMod val="50000"/>
                  </a:schemeClr>
                </a:solidFill>
              </a:rPr>
              <a:t> LOOP</a:t>
            </a:r>
          </a:p>
          <a:p>
            <a:pPr marL="0" indent="0">
              <a:buNone/>
            </a:pPr>
            <a:r>
              <a:rPr lang="en-US" sz="2000" dirty="0">
                <a:solidFill>
                  <a:schemeClr val="accent2">
                    <a:lumMod val="50000"/>
                  </a:schemeClr>
                </a:solidFill>
              </a:rPr>
              <a:t>   statements;</a:t>
            </a:r>
          </a:p>
          <a:p>
            <a:pPr marL="0" indent="0">
              <a:buNone/>
            </a:pPr>
            <a:r>
              <a:rPr lang="en-US" sz="2000" dirty="0">
                <a:solidFill>
                  <a:schemeClr val="accent2">
                    <a:lumMod val="50000"/>
                  </a:schemeClr>
                </a:solidFill>
              </a:rPr>
              <a:t>END LOOP;</a:t>
            </a:r>
          </a:p>
          <a:p>
            <a:pPr marL="0" indent="0">
              <a:buNone/>
            </a:pPr>
            <a:endParaRPr lang="en-US" sz="2000" b="1" dirty="0">
              <a:solidFill>
                <a:schemeClr val="accent2">
                  <a:lumMod val="50000"/>
                </a:schemeClr>
              </a:solidFill>
            </a:endParaRPr>
          </a:p>
          <a:p>
            <a:pPr marL="0" indent="0">
              <a:buNone/>
            </a:pPr>
            <a:r>
              <a:rPr lang="en-US" sz="2000" b="1" dirty="0">
                <a:solidFill>
                  <a:schemeClr val="accent2">
                    <a:lumMod val="50000"/>
                  </a:schemeClr>
                </a:solidFill>
              </a:rPr>
              <a:t>Example:</a:t>
            </a:r>
          </a:p>
          <a:p>
            <a:pPr marL="0" marR="0">
              <a:buNone/>
            </a:pPr>
            <a:r>
              <a:rPr lang="en-US" sz="2000" b="1" dirty="0">
                <a:solidFill>
                  <a:srgbClr val="800000"/>
                </a:solidFill>
                <a:effectLst/>
                <a:latin typeface="Courier New" panose="02070309020205020404" pitchFamily="49" charset="0"/>
              </a:rPr>
              <a:t>CREATE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OR</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REPLACE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PROCEDURE</a:t>
            </a:r>
            <a:r>
              <a:rPr lang="en-US" sz="2000" dirty="0">
                <a:solidFill>
                  <a:srgbClr val="000000"/>
                </a:solidFill>
                <a:effectLst/>
                <a:latin typeface="Courier New" panose="02070309020205020404" pitchFamily="49" charset="0"/>
              </a:rPr>
              <a:t> </a:t>
            </a:r>
            <a:r>
              <a:rPr lang="en-US" sz="2000" dirty="0">
                <a:solidFill>
                  <a:srgbClr val="8E00C6"/>
                </a:solidFill>
                <a:effectLst/>
                <a:latin typeface="Courier New" panose="02070309020205020404" pitchFamily="49" charset="0"/>
              </a:rPr>
              <a:t>print_integers_2</a:t>
            </a:r>
            <a:r>
              <a:rPr lang="en-US" sz="2000" dirty="0">
                <a:solidFill>
                  <a:srgbClr val="000000"/>
                </a:solidFill>
                <a:effectLst/>
                <a:latin typeface="Courier New" panose="02070309020205020404" pitchFamily="49" charset="0"/>
              </a:rPr>
              <a:t>()</a:t>
            </a:r>
          </a:p>
          <a:p>
            <a:pPr marL="0" marR="0">
              <a:buNone/>
            </a:pPr>
            <a:r>
              <a:rPr lang="en-US" sz="2000" dirty="0">
                <a:solidFill>
                  <a:srgbClr val="006464"/>
                </a:solidFill>
                <a:effectLst/>
                <a:latin typeface="Courier New" panose="02070309020205020404" pitchFamily="49" charset="0"/>
              </a:rPr>
              <a:t>LANGUAGE</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plpgsql</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AS</a:t>
            </a:r>
            <a:r>
              <a:rPr lang="en-US" sz="2000" dirty="0">
                <a:solidFill>
                  <a:srgbClr val="000000"/>
                </a:solidFill>
                <a:effectLst/>
                <a:latin typeface="Courier New" panose="02070309020205020404" pitchFamily="49" charset="0"/>
              </a:rPr>
              <a:t> </a:t>
            </a:r>
            <a:r>
              <a:rPr lang="en-US" sz="2000" b="1"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BEGIN</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FOR</a:t>
            </a:r>
            <a:r>
              <a:rPr lang="en-US" sz="2000" dirty="0">
                <a:solidFill>
                  <a:srgbClr val="000000"/>
                </a:solidFill>
                <a:effectLst/>
                <a:latin typeface="Courier New" panose="02070309020205020404" pitchFamily="49" charset="0"/>
              </a:rPr>
              <a:t> </a:t>
            </a:r>
            <a:r>
              <a:rPr lang="en-US" sz="2000" dirty="0" err="1">
                <a:solidFill>
                  <a:srgbClr val="000000"/>
                </a:solidFill>
                <a:effectLst/>
                <a:latin typeface="Courier New" panose="02070309020205020404" pitchFamily="49" charset="0"/>
              </a:rPr>
              <a:t>i</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IN</a:t>
            </a:r>
            <a:r>
              <a:rPr lang="en-US" sz="2000" dirty="0">
                <a:solidFill>
                  <a:srgbClr val="000000"/>
                </a:solidFill>
                <a:effectLst/>
                <a:latin typeface="Courier New" panose="02070309020205020404" pitchFamily="49" charset="0"/>
              </a:rPr>
              <a:t> 1..</a:t>
            </a:r>
            <a:r>
              <a:rPr lang="en-US" sz="2000" dirty="0">
                <a:solidFill>
                  <a:srgbClr val="0000FF"/>
                </a:solidFill>
                <a:effectLst/>
                <a:latin typeface="Courier New" panose="02070309020205020404" pitchFamily="49" charset="0"/>
              </a:rPr>
              <a:t>5</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LOOP</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RAISE</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NOTICE</a:t>
            </a:r>
            <a:r>
              <a:rPr lang="en-US" sz="2000" dirty="0">
                <a:solidFill>
                  <a:srgbClr val="000000"/>
                </a:solidFill>
                <a:effectLst/>
                <a:latin typeface="Courier New" panose="02070309020205020404" pitchFamily="49" charset="0"/>
              </a:rPr>
              <a:t> </a:t>
            </a:r>
            <a:r>
              <a:rPr lang="en-US" sz="2000" dirty="0">
                <a:solidFill>
                  <a:srgbClr val="008000"/>
                </a:solidFill>
                <a:effectLst/>
                <a:latin typeface="Courier New" panose="02070309020205020404" pitchFamily="49" charset="0"/>
              </a:rPr>
              <a:t>'</a:t>
            </a:r>
            <a:r>
              <a:rPr lang="en-US" sz="2000" dirty="0" err="1">
                <a:solidFill>
                  <a:srgbClr val="008000"/>
                </a:solidFill>
                <a:effectLst/>
                <a:latin typeface="Courier New" panose="02070309020205020404" pitchFamily="49" charset="0"/>
              </a:rPr>
              <a:t>i</a:t>
            </a:r>
            <a:r>
              <a:rPr lang="en-US" sz="2000" dirty="0">
                <a:solidFill>
                  <a:srgbClr val="008000"/>
                </a:solidFill>
                <a:effectLst/>
                <a:latin typeface="Courier New" panose="02070309020205020404" pitchFamily="49" charset="0"/>
              </a:rPr>
              <a:t> = %'</a:t>
            </a:r>
            <a:r>
              <a:rPr lang="en-US" sz="2000" dirty="0">
                <a:solidFill>
                  <a:srgbClr val="000000"/>
                </a:solidFill>
                <a:effectLst/>
                <a:latin typeface="Courier New" panose="02070309020205020404" pitchFamily="49" charset="0"/>
              </a:rPr>
              <a:t>, </a:t>
            </a:r>
            <a:r>
              <a:rPr lang="en-US" sz="2000" dirty="0" err="1">
                <a:solidFill>
                  <a:srgbClr val="006464"/>
                </a:solidFill>
                <a:effectLst/>
                <a:latin typeface="Courier New" panose="02070309020205020404" pitchFamily="49" charset="0"/>
              </a:rPr>
              <a:t>i</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000000"/>
                </a:solidFill>
                <a:effectLst/>
                <a:latin typeface="Courier New" panose="02070309020205020404" pitchFamily="49" charset="0"/>
              </a:rPr>
              <a:t> </a:t>
            </a:r>
            <a:r>
              <a:rPr lang="en-US" sz="2000" b="1" dirty="0">
                <a:solidFill>
                  <a:srgbClr val="800000"/>
                </a:solidFill>
                <a:effectLst/>
                <a:latin typeface="Courier New" panose="02070309020205020404" pitchFamily="49" charset="0"/>
              </a:rPr>
              <a:t>LOOP</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END</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r>
              <a:rPr lang="en-US" sz="2000" b="1" dirty="0">
                <a:solidFill>
                  <a:srgbClr val="FF0000"/>
                </a:solidFill>
                <a:effectLst/>
                <a:latin typeface="Courier New" panose="02070309020205020404" pitchFamily="49" charset="0"/>
              </a:rPr>
              <a:t>$$</a:t>
            </a:r>
            <a:r>
              <a:rPr lang="en-US" sz="2000" dirty="0">
                <a:solidFill>
                  <a:srgbClr val="FF0000"/>
                </a:solidFill>
                <a:effectLst/>
                <a:latin typeface="Courier New" panose="02070309020205020404" pitchFamily="49" charset="0"/>
              </a:rPr>
              <a:t>;</a:t>
            </a:r>
            <a:endParaRPr lang="en-US" sz="2000" dirty="0">
              <a:solidFill>
                <a:srgbClr val="000000"/>
              </a:solidFill>
              <a:effectLst/>
              <a:latin typeface="Courier New" panose="02070309020205020404" pitchFamily="49" charset="0"/>
            </a:endParaRPr>
          </a:p>
          <a:p>
            <a:pPr marL="0" marR="0">
              <a:buNone/>
            </a:pPr>
            <a:br>
              <a:rPr lang="en-US" sz="2000" dirty="0">
                <a:solidFill>
                  <a:srgbClr val="000000"/>
                </a:solidFill>
                <a:effectLst/>
                <a:latin typeface="Courier New" panose="02070309020205020404" pitchFamily="49" charset="0"/>
              </a:rPr>
            </a:br>
            <a:endParaRPr lang="en-US" sz="2000" dirty="0">
              <a:solidFill>
                <a:srgbClr val="000000"/>
              </a:solidFill>
              <a:effectLst/>
              <a:latin typeface="Courier New" panose="02070309020205020404" pitchFamily="49" charset="0"/>
            </a:endParaRPr>
          </a:p>
          <a:p>
            <a:pPr marL="0" marR="0">
              <a:buNone/>
            </a:pPr>
            <a:r>
              <a:rPr lang="en-US" sz="2000" b="1" dirty="0">
                <a:solidFill>
                  <a:srgbClr val="800000"/>
                </a:solidFill>
                <a:effectLst/>
                <a:latin typeface="Courier New" panose="02070309020205020404" pitchFamily="49" charset="0"/>
              </a:rPr>
              <a:t>call</a:t>
            </a:r>
            <a:r>
              <a:rPr lang="en-US" sz="2000" dirty="0">
                <a:solidFill>
                  <a:srgbClr val="000000"/>
                </a:solidFill>
                <a:effectLst/>
                <a:latin typeface="Courier New" panose="02070309020205020404" pitchFamily="49" charset="0"/>
              </a:rPr>
              <a:t> </a:t>
            </a:r>
            <a:r>
              <a:rPr lang="en-US" sz="2000" u="sng" dirty="0">
                <a:solidFill>
                  <a:srgbClr val="6C5151"/>
                </a:solidFill>
                <a:effectLst/>
                <a:latin typeface="Courier New" panose="02070309020205020404" pitchFamily="49" charset="0"/>
              </a:rPr>
              <a:t>print_integers_2</a:t>
            </a:r>
            <a:r>
              <a:rPr lang="en-US" sz="2000" dirty="0">
                <a:solidFill>
                  <a:srgbClr val="000000"/>
                </a:solidFill>
                <a:effectLst/>
                <a:latin typeface="Courier New" panose="02070309020205020404" pitchFamily="49" charset="0"/>
              </a:rPr>
              <a:t>()</a:t>
            </a:r>
          </a:p>
          <a:p>
            <a:pPr marL="0" indent="0">
              <a:buNone/>
            </a:pPr>
            <a:endParaRPr lang="en-US" sz="2000" b="1" dirty="0">
              <a:solidFill>
                <a:schemeClr val="accent2">
                  <a:lumMod val="50000"/>
                </a:schemeClr>
              </a:solidFill>
            </a:endParaRPr>
          </a:p>
        </p:txBody>
      </p:sp>
      <p:pic>
        <p:nvPicPr>
          <p:cNvPr id="5" name="Picture 4" descr="A screenshot of a computer&#10;&#10;AI-generated content may be incorrect.">
            <a:extLst>
              <a:ext uri="{FF2B5EF4-FFF2-40B4-BE49-F238E27FC236}">
                <a16:creationId xmlns:a16="http://schemas.microsoft.com/office/drawing/2014/main" id="{053DC00F-F167-3E49-458B-8D26443626C3}"/>
              </a:ext>
            </a:extLst>
          </p:cNvPr>
          <p:cNvPicPr>
            <a:picLocks noChangeAspect="1"/>
          </p:cNvPicPr>
          <p:nvPr/>
        </p:nvPicPr>
        <p:blipFill>
          <a:blip r:embed="rId2"/>
          <a:stretch>
            <a:fillRect/>
          </a:stretch>
        </p:blipFill>
        <p:spPr>
          <a:xfrm>
            <a:off x="10118614" y="3669877"/>
            <a:ext cx="1562318" cy="2400635"/>
          </a:xfrm>
          <a:prstGeom prst="rect">
            <a:avLst/>
          </a:prstGeom>
          <a:ln>
            <a:solidFill>
              <a:schemeClr val="accent1"/>
            </a:solidFill>
          </a:ln>
        </p:spPr>
      </p:pic>
    </p:spTree>
    <p:extLst>
      <p:ext uri="{BB962C8B-B14F-4D97-AF65-F5344CB8AC3E}">
        <p14:creationId xmlns:p14="http://schemas.microsoft.com/office/powerpoint/2010/main" val="29508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3AE969-5C54-C7FF-3154-A83ED51BFD1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E39E1C-E4C7-3F1C-B0E4-9495A4A37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F89887A-2A95-F274-8988-046972297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77F727-73C0-C0B6-C974-3E9FCF713FC9}"/>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For Loop (Query)</a:t>
            </a:r>
          </a:p>
        </p:txBody>
      </p:sp>
      <p:sp>
        <p:nvSpPr>
          <p:cNvPr id="12" name="Arc 11">
            <a:extLst>
              <a:ext uri="{FF2B5EF4-FFF2-40B4-BE49-F238E27FC236}">
                <a16:creationId xmlns:a16="http://schemas.microsoft.com/office/drawing/2014/main" id="{AACE9951-C339-7331-238F-AF7C72F3C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0E3C30B0-968A-CA18-2E8E-27A8C5D0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2">
            <a:extLst>
              <a:ext uri="{FF2B5EF4-FFF2-40B4-BE49-F238E27FC236}">
                <a16:creationId xmlns:a16="http://schemas.microsoft.com/office/drawing/2014/main" id="{12C6800A-076D-3C5F-47BD-20C81E53A87A}"/>
              </a:ext>
            </a:extLst>
          </p:cNvPr>
          <p:cNvSpPr>
            <a:spLocks noGrp="1"/>
          </p:cNvSpPr>
          <p:nvPr>
            <p:ph idx="1"/>
          </p:nvPr>
        </p:nvSpPr>
        <p:spPr>
          <a:xfrm>
            <a:off x="5201102" y="1396686"/>
            <a:ext cx="6467336" cy="5546330"/>
          </a:xfrm>
        </p:spPr>
        <p:txBody>
          <a:bodyPr>
            <a:normAutofit fontScale="70000" lnSpcReduction="20000"/>
          </a:bodyPr>
          <a:lstStyle/>
          <a:p>
            <a:pPr marL="0" indent="0">
              <a:buNone/>
            </a:pPr>
            <a:r>
              <a:rPr lang="en-US" sz="2000" dirty="0">
                <a:solidFill>
                  <a:schemeClr val="accent2">
                    <a:lumMod val="50000"/>
                  </a:schemeClr>
                </a:solidFill>
              </a:rPr>
              <a:t>FOR </a:t>
            </a:r>
            <a:r>
              <a:rPr lang="en-US" sz="2000" dirty="0" err="1">
                <a:solidFill>
                  <a:schemeClr val="accent2">
                    <a:lumMod val="50000"/>
                  </a:schemeClr>
                </a:solidFill>
              </a:rPr>
              <a:t>record_variable</a:t>
            </a:r>
            <a:r>
              <a:rPr lang="en-US" sz="2000" dirty="0">
                <a:solidFill>
                  <a:schemeClr val="accent2">
                    <a:lumMod val="50000"/>
                  </a:schemeClr>
                </a:solidFill>
              </a:rPr>
              <a:t> IN query LOOP</a:t>
            </a:r>
          </a:p>
          <a:p>
            <a:pPr marL="0" indent="0">
              <a:buNone/>
            </a:pPr>
            <a:r>
              <a:rPr lang="en-US" sz="2000" dirty="0">
                <a:solidFill>
                  <a:schemeClr val="accent2">
                    <a:lumMod val="50000"/>
                  </a:schemeClr>
                </a:solidFill>
              </a:rPr>
              <a:t>   statements;</a:t>
            </a:r>
          </a:p>
          <a:p>
            <a:pPr marL="0" indent="0">
              <a:buNone/>
            </a:pPr>
            <a:r>
              <a:rPr lang="en-US" sz="2000" dirty="0">
                <a:solidFill>
                  <a:schemeClr val="accent2">
                    <a:lumMod val="50000"/>
                  </a:schemeClr>
                </a:solidFill>
              </a:rPr>
              <a:t>END LOOP;</a:t>
            </a:r>
          </a:p>
          <a:p>
            <a:pPr marL="0" indent="0">
              <a:buNone/>
            </a:pPr>
            <a:endParaRPr lang="en-US" sz="2000" b="1" dirty="0">
              <a:solidFill>
                <a:schemeClr val="accent2">
                  <a:lumMod val="50000"/>
                </a:schemeClr>
              </a:solidFill>
            </a:endParaRPr>
          </a:p>
          <a:p>
            <a:pPr marL="0" marR="0">
              <a:buNone/>
            </a:pPr>
            <a:r>
              <a:rPr lang="en-IN" sz="2000" b="1" dirty="0">
                <a:solidFill>
                  <a:srgbClr val="800000"/>
                </a:solidFill>
                <a:effectLst/>
                <a:latin typeface="Courier New" panose="02070309020205020404" pitchFamily="49" charset="0"/>
              </a:rPr>
              <a:t>CREATE</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OR</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REPLACE</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PROCEDURE</a:t>
            </a:r>
            <a:r>
              <a:rPr lang="en-IN" sz="2000" dirty="0">
                <a:solidFill>
                  <a:srgbClr val="000000"/>
                </a:solidFill>
                <a:effectLst/>
                <a:latin typeface="Courier New" panose="02070309020205020404" pitchFamily="49" charset="0"/>
              </a:rPr>
              <a:t> </a:t>
            </a:r>
            <a:r>
              <a:rPr lang="en-IN" sz="2000" dirty="0" err="1">
                <a:solidFill>
                  <a:srgbClr val="8E00C6"/>
                </a:solidFill>
                <a:effectLst/>
                <a:latin typeface="Courier New" panose="02070309020205020404" pitchFamily="49" charset="0"/>
              </a:rPr>
              <a:t>print_records</a:t>
            </a:r>
            <a:r>
              <a:rPr lang="en-IN" sz="2000" dirty="0">
                <a:solidFill>
                  <a:srgbClr val="000000"/>
                </a:solidFill>
                <a:effectLst/>
                <a:latin typeface="Courier New" panose="02070309020205020404" pitchFamily="49" charset="0"/>
              </a:rPr>
              <a:t>()</a:t>
            </a:r>
          </a:p>
          <a:p>
            <a:pPr marL="0" marR="0">
              <a:buNone/>
            </a:pPr>
            <a:r>
              <a:rPr lang="en-IN" sz="2000" dirty="0">
                <a:solidFill>
                  <a:srgbClr val="006464"/>
                </a:solidFill>
                <a:effectLst/>
                <a:latin typeface="Courier New" panose="02070309020205020404" pitchFamily="49" charset="0"/>
              </a:rPr>
              <a:t>LANGUAGE</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plpgsql</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AS</a:t>
            </a:r>
            <a:r>
              <a:rPr lang="en-IN" sz="2000" dirty="0">
                <a:solidFill>
                  <a:srgbClr val="000000"/>
                </a:solidFill>
                <a:effectLst/>
                <a:latin typeface="Courier New" panose="02070309020205020404" pitchFamily="49" charset="0"/>
              </a:rPr>
              <a:t> </a:t>
            </a:r>
            <a:r>
              <a:rPr lang="en-IN" sz="2000" b="1" dirty="0">
                <a:solidFill>
                  <a:srgbClr val="FF0000"/>
                </a:solidFill>
                <a:effectLst/>
                <a:latin typeface="Courier New" panose="02070309020205020404" pitchFamily="49" charset="0"/>
              </a:rPr>
              <a:t>$$</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DECLARE</a:t>
            </a:r>
            <a:endParaRPr lang="en-IN" sz="2000" dirty="0">
              <a:solidFill>
                <a:srgbClr val="000000"/>
              </a:solidFill>
              <a:effectLst/>
              <a:latin typeface="Courier New" panose="02070309020205020404" pitchFamily="49" charset="0"/>
            </a:endParaRPr>
          </a:p>
          <a:p>
            <a:pPr marL="0" marR="0">
              <a:buNone/>
            </a:pPr>
            <a:r>
              <a:rPr lang="en-IN" sz="2000" dirty="0">
                <a:solidFill>
                  <a:srgbClr val="000000"/>
                </a:solidFill>
                <a:effectLst/>
                <a:latin typeface="Courier New" panose="02070309020205020404" pitchFamily="49" charset="0"/>
              </a:rPr>
              <a:t>rec RECORD</a:t>
            </a:r>
            <a:r>
              <a:rPr lang="en-IN" sz="2000" dirty="0">
                <a:solidFill>
                  <a:srgbClr val="FF0000"/>
                </a:solidFill>
                <a:effectLst/>
                <a:latin typeface="Courier New" panose="02070309020205020404" pitchFamily="49" charset="0"/>
              </a:rPr>
              <a:t>;</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BEGIN</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FOR</a:t>
            </a:r>
            <a:r>
              <a:rPr lang="en-IN" sz="2000" dirty="0">
                <a:solidFill>
                  <a:srgbClr val="000000"/>
                </a:solidFill>
                <a:effectLst/>
                <a:latin typeface="Courier New" panose="02070309020205020404" pitchFamily="49" charset="0"/>
              </a:rPr>
              <a:t> rec </a:t>
            </a:r>
            <a:r>
              <a:rPr lang="en-IN" sz="2000" b="1" dirty="0">
                <a:solidFill>
                  <a:srgbClr val="800000"/>
                </a:solidFill>
                <a:effectLst/>
                <a:latin typeface="Courier New" panose="02070309020205020404" pitchFamily="49" charset="0"/>
              </a:rPr>
              <a:t>IN</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SELECT</a:t>
            </a:r>
            <a:r>
              <a:rPr lang="en-IN" sz="2000" dirty="0">
                <a:solidFill>
                  <a:srgbClr val="000000"/>
                </a:solidFill>
                <a:effectLst/>
                <a:latin typeface="Courier New" panose="02070309020205020404" pitchFamily="49" charset="0"/>
              </a:rPr>
              <a:t> id, </a:t>
            </a:r>
            <a:r>
              <a:rPr lang="en-IN" sz="2000" b="1" dirty="0">
                <a:solidFill>
                  <a:srgbClr val="000080"/>
                </a:solidFill>
                <a:effectLst/>
                <a:latin typeface="Courier New" panose="02070309020205020404" pitchFamily="49" charset="0"/>
              </a:rPr>
              <a:t>name</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FROM</a:t>
            </a:r>
            <a:r>
              <a:rPr lang="en-IN" sz="2000" dirty="0">
                <a:solidFill>
                  <a:srgbClr val="000000"/>
                </a:solidFill>
                <a:effectLst/>
                <a:latin typeface="Courier New" panose="02070309020205020404" pitchFamily="49" charset="0"/>
              </a:rPr>
              <a:t> </a:t>
            </a:r>
          </a:p>
          <a:p>
            <a:pPr marL="0" marR="0">
              <a:buNone/>
            </a:pPr>
            <a:r>
              <a:rPr lang="en-IN" sz="2000" dirty="0" err="1">
                <a:solidFill>
                  <a:srgbClr val="000000"/>
                </a:solidFill>
                <a:effectLst/>
                <a:latin typeface="Courier New" panose="02070309020205020404" pitchFamily="49" charset="0"/>
              </a:rPr>
              <a:t>db_analytics.anantharaj.employee</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LOOP</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RAISE</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NOTICE</a:t>
            </a:r>
            <a:r>
              <a:rPr lang="en-IN" sz="2000" dirty="0">
                <a:solidFill>
                  <a:srgbClr val="000000"/>
                </a:solidFill>
                <a:effectLst/>
                <a:latin typeface="Courier New" panose="02070309020205020404" pitchFamily="49" charset="0"/>
              </a:rPr>
              <a:t> </a:t>
            </a:r>
            <a:r>
              <a:rPr lang="en-IN" sz="2000" dirty="0">
                <a:solidFill>
                  <a:srgbClr val="008000"/>
                </a:solidFill>
                <a:effectLst/>
                <a:latin typeface="Courier New" panose="02070309020205020404" pitchFamily="49" charset="0"/>
              </a:rPr>
              <a:t>'Employee: % - %'</a:t>
            </a:r>
            <a:r>
              <a:rPr lang="en-IN" sz="2000" dirty="0">
                <a:solidFill>
                  <a:srgbClr val="000000"/>
                </a:solidFill>
                <a:effectLst/>
                <a:latin typeface="Courier New" panose="02070309020205020404" pitchFamily="49" charset="0"/>
              </a:rPr>
              <a:t>, rec.id, rec.</a:t>
            </a:r>
            <a:r>
              <a:rPr lang="en-IN" sz="2000" b="1" dirty="0">
                <a:solidFill>
                  <a:srgbClr val="000080"/>
                </a:solidFill>
                <a:effectLst/>
                <a:latin typeface="Courier New" panose="02070309020205020404" pitchFamily="49" charset="0"/>
              </a:rPr>
              <a:t>name</a:t>
            </a:r>
            <a:r>
              <a:rPr lang="en-IN" sz="2000" dirty="0">
                <a:solidFill>
                  <a:srgbClr val="FF0000"/>
                </a:solidFill>
                <a:effectLst/>
                <a:latin typeface="Courier New" panose="02070309020205020404" pitchFamily="49" charset="0"/>
              </a:rPr>
              <a:t>;</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END</a:t>
            </a:r>
            <a:r>
              <a:rPr lang="en-IN" sz="2000" dirty="0">
                <a:solidFill>
                  <a:srgbClr val="000000"/>
                </a:solidFill>
                <a:effectLst/>
                <a:latin typeface="Courier New" panose="02070309020205020404" pitchFamily="49" charset="0"/>
              </a:rPr>
              <a:t> </a:t>
            </a:r>
            <a:r>
              <a:rPr lang="en-IN" sz="2000" b="1" dirty="0">
                <a:solidFill>
                  <a:srgbClr val="800000"/>
                </a:solidFill>
                <a:effectLst/>
                <a:latin typeface="Courier New" panose="02070309020205020404" pitchFamily="49" charset="0"/>
              </a:rPr>
              <a:t>LOOP</a:t>
            </a:r>
            <a:r>
              <a:rPr lang="en-IN" sz="2000" dirty="0">
                <a:solidFill>
                  <a:srgbClr val="FF0000"/>
                </a:solidFill>
                <a:effectLst/>
                <a:latin typeface="Courier New" panose="02070309020205020404" pitchFamily="49" charset="0"/>
              </a:rPr>
              <a:t>;</a:t>
            </a:r>
            <a:endParaRPr lang="en-IN"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END</a:t>
            </a:r>
            <a:r>
              <a:rPr lang="en-IN" sz="2000" dirty="0">
                <a:solidFill>
                  <a:srgbClr val="FF0000"/>
                </a:solidFill>
                <a:effectLst/>
                <a:latin typeface="Courier New" panose="02070309020205020404" pitchFamily="49" charset="0"/>
              </a:rPr>
              <a:t>;</a:t>
            </a:r>
            <a:endParaRPr lang="en-IN" sz="2000" dirty="0">
              <a:solidFill>
                <a:srgbClr val="000000"/>
              </a:solidFill>
              <a:effectLst/>
              <a:latin typeface="Courier New" panose="02070309020205020404" pitchFamily="49" charset="0"/>
            </a:endParaRPr>
          </a:p>
          <a:p>
            <a:pPr marL="0" marR="0">
              <a:buNone/>
            </a:pPr>
            <a:r>
              <a:rPr lang="en-IN" sz="2000" b="1" dirty="0">
                <a:solidFill>
                  <a:srgbClr val="FF0000"/>
                </a:solidFill>
                <a:effectLst/>
                <a:latin typeface="Courier New" panose="02070309020205020404" pitchFamily="49" charset="0"/>
              </a:rPr>
              <a:t>$$</a:t>
            </a:r>
            <a:r>
              <a:rPr lang="en-IN" sz="2000" dirty="0">
                <a:solidFill>
                  <a:srgbClr val="FF0000"/>
                </a:solidFill>
                <a:effectLst/>
                <a:latin typeface="Courier New" panose="02070309020205020404" pitchFamily="49" charset="0"/>
              </a:rPr>
              <a:t>;</a:t>
            </a:r>
          </a:p>
          <a:p>
            <a:pPr marL="0" marR="0">
              <a:buNone/>
            </a:pPr>
            <a:endParaRPr lang="en-US" sz="2000" dirty="0">
              <a:solidFill>
                <a:srgbClr val="000000"/>
              </a:solidFill>
              <a:effectLst/>
              <a:latin typeface="Courier New" panose="02070309020205020404" pitchFamily="49" charset="0"/>
            </a:endParaRPr>
          </a:p>
          <a:p>
            <a:pPr marL="0" marR="0">
              <a:buNone/>
            </a:pPr>
            <a:r>
              <a:rPr lang="en-IN" sz="2000" b="1" dirty="0">
                <a:solidFill>
                  <a:srgbClr val="800000"/>
                </a:solidFill>
                <a:effectLst/>
                <a:latin typeface="Courier New" panose="02070309020205020404" pitchFamily="49" charset="0"/>
              </a:rPr>
              <a:t>call</a:t>
            </a:r>
            <a:r>
              <a:rPr lang="en-IN" sz="2000" dirty="0">
                <a:solidFill>
                  <a:srgbClr val="000000"/>
                </a:solidFill>
                <a:effectLst/>
                <a:latin typeface="Courier New" panose="02070309020205020404" pitchFamily="49" charset="0"/>
              </a:rPr>
              <a:t> </a:t>
            </a:r>
            <a:r>
              <a:rPr lang="en-IN" sz="2000" u="sng" dirty="0" err="1">
                <a:solidFill>
                  <a:srgbClr val="6C5151"/>
                </a:solidFill>
                <a:effectLst/>
                <a:latin typeface="Courier New" panose="02070309020205020404" pitchFamily="49" charset="0"/>
              </a:rPr>
              <a:t>print_records</a:t>
            </a:r>
            <a:r>
              <a:rPr lang="en-IN" sz="2000" dirty="0">
                <a:solidFill>
                  <a:srgbClr val="000000"/>
                </a:solidFill>
                <a:effectLst/>
                <a:latin typeface="Courier New" panose="02070309020205020404" pitchFamily="49" charset="0"/>
              </a:rPr>
              <a:t>()</a:t>
            </a:r>
            <a:endParaRPr lang="en-US" sz="2000" b="1" dirty="0">
              <a:solidFill>
                <a:schemeClr val="accent2">
                  <a:lumMod val="50000"/>
                </a:schemeClr>
              </a:solidFill>
            </a:endParaRPr>
          </a:p>
        </p:txBody>
      </p:sp>
      <p:pic>
        <p:nvPicPr>
          <p:cNvPr id="6" name="Picture 5" descr="A screenshot of a computer&#10;&#10;AI-generated content may be incorrect.">
            <a:extLst>
              <a:ext uri="{FF2B5EF4-FFF2-40B4-BE49-F238E27FC236}">
                <a16:creationId xmlns:a16="http://schemas.microsoft.com/office/drawing/2014/main" id="{52338785-883A-03C7-5192-D9FCB204B0B3}"/>
              </a:ext>
            </a:extLst>
          </p:cNvPr>
          <p:cNvPicPr>
            <a:picLocks noChangeAspect="1"/>
          </p:cNvPicPr>
          <p:nvPr/>
        </p:nvPicPr>
        <p:blipFill>
          <a:blip r:embed="rId2"/>
          <a:srcRect r="17788"/>
          <a:stretch>
            <a:fillRect/>
          </a:stretch>
        </p:blipFill>
        <p:spPr>
          <a:xfrm>
            <a:off x="9463371" y="2716878"/>
            <a:ext cx="2560989" cy="2610214"/>
          </a:xfrm>
          <a:prstGeom prst="rect">
            <a:avLst/>
          </a:prstGeom>
          <a:ln>
            <a:solidFill>
              <a:schemeClr val="accent1"/>
            </a:solidFill>
            <a:prstDash val="dash"/>
          </a:ln>
        </p:spPr>
      </p:pic>
    </p:spTree>
    <p:extLst>
      <p:ext uri="{BB962C8B-B14F-4D97-AF65-F5344CB8AC3E}">
        <p14:creationId xmlns:p14="http://schemas.microsoft.com/office/powerpoint/2010/main" val="2268830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3B70DE-F718-CB6F-7E62-B140A3430B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D62504-66E4-5FC1-03BB-8752AFB8D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DB187E7-1220-DB8B-138E-B776155EB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E068A8-27F9-7D9B-E511-1279A2859F61}"/>
              </a:ext>
            </a:extLst>
          </p:cNvPr>
          <p:cNvSpPr>
            <a:spLocks noGrp="1"/>
          </p:cNvSpPr>
          <p:nvPr>
            <p:ph type="title"/>
          </p:nvPr>
        </p:nvSpPr>
        <p:spPr>
          <a:xfrm>
            <a:off x="1171074" y="1396686"/>
            <a:ext cx="3240506" cy="4064628"/>
          </a:xfrm>
        </p:spPr>
        <p:txBody>
          <a:bodyPr>
            <a:normAutofit/>
          </a:bodyPr>
          <a:lstStyle/>
          <a:p>
            <a:r>
              <a:rPr lang="en-IN" dirty="0">
                <a:solidFill>
                  <a:srgbClr val="FFFFFF"/>
                </a:solidFill>
              </a:rPr>
              <a:t>Thank you</a:t>
            </a:r>
          </a:p>
        </p:txBody>
      </p:sp>
      <p:sp>
        <p:nvSpPr>
          <p:cNvPr id="12" name="Arc 11">
            <a:extLst>
              <a:ext uri="{FF2B5EF4-FFF2-40B4-BE49-F238E27FC236}">
                <a16:creationId xmlns:a16="http://schemas.microsoft.com/office/drawing/2014/main" id="{4A7FFA6C-9F99-FA89-5350-3BAE1AC7F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8BC03E9F-FE46-1F1C-B3D1-62A6DA7AB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3434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169</TotalTime>
  <Words>1729</Words>
  <Application>Microsoft Office PowerPoint</Application>
  <PresentationFormat>Widescreen</PresentationFormat>
  <Paragraphs>236</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Calibri</vt:lpstr>
      <vt:lpstr>Courier New</vt:lpstr>
      <vt:lpstr>Office Theme</vt:lpstr>
      <vt:lpstr>SQL</vt:lpstr>
      <vt:lpstr>What is Recursive CTE &amp; its uses</vt:lpstr>
      <vt:lpstr>Recursive CTE Query Syntax</vt:lpstr>
      <vt:lpstr>Recursive CTE Query -Generate Numbers</vt:lpstr>
      <vt:lpstr>Recursive CTE Query -Generate Visuals</vt:lpstr>
      <vt:lpstr>Recursive CTE Query -Generate Calendar</vt:lpstr>
      <vt:lpstr>Recursive CTE Query -Generate Calendar for last 5 years</vt:lpstr>
      <vt:lpstr>Recursive CTE Query –Hierarchy Part 1</vt:lpstr>
      <vt:lpstr>Recursive CTE Query –Hierarchy Part 2</vt:lpstr>
      <vt:lpstr>Recursive CTE Query –Hierarchy Output</vt:lpstr>
      <vt:lpstr>Looping Statements in SQL</vt:lpstr>
      <vt:lpstr>Looping Statements - Basics</vt:lpstr>
      <vt:lpstr>Looping Statements - Basics</vt:lpstr>
      <vt:lpstr>Looping Statements - Basics</vt:lpstr>
      <vt:lpstr>LOOP Syntax</vt:lpstr>
      <vt:lpstr>While Loop</vt:lpstr>
      <vt:lpstr>For Loop (Numeric)</vt:lpstr>
      <vt:lpstr>For Loop (Query)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Anantha Raj P</dc:creator>
  <cp:lastModifiedBy>Anantha Raj P</cp:lastModifiedBy>
  <cp:revision>1</cp:revision>
  <dcterms:created xsi:type="dcterms:W3CDTF">2025-12-17T04:01:02Z</dcterms:created>
  <dcterms:modified xsi:type="dcterms:W3CDTF">2025-12-17T11:00:03Z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5701e2-5599-4d58-8e8c-e99a94fb4ea2_Enabled">
    <vt:lpwstr>true</vt:lpwstr>
  </property>
  <property fmtid="{D5CDD505-2E9C-101B-9397-08002B2CF9AE}" pid="3" name="MSIP_Label_465701e2-5599-4d58-8e8c-e99a94fb4ea2_SetDate">
    <vt:lpwstr>2025-12-17T06:53:08Z</vt:lpwstr>
  </property>
  <property fmtid="{D5CDD505-2E9C-101B-9397-08002B2CF9AE}" pid="4" name="MSIP_Label_465701e2-5599-4d58-8e8c-e99a94fb4ea2_Method">
    <vt:lpwstr>Standard</vt:lpwstr>
  </property>
  <property fmtid="{D5CDD505-2E9C-101B-9397-08002B2CF9AE}" pid="5" name="MSIP_Label_465701e2-5599-4d58-8e8c-e99a94fb4ea2_Name">
    <vt:lpwstr>Internal</vt:lpwstr>
  </property>
  <property fmtid="{D5CDD505-2E9C-101B-9397-08002B2CF9AE}" pid="6" name="MSIP_Label_465701e2-5599-4d58-8e8c-e99a94fb4ea2_SiteId">
    <vt:lpwstr>c0c7ad79-cf13-4f39-8eeb-a1829aa096a6</vt:lpwstr>
  </property>
  <property fmtid="{D5CDD505-2E9C-101B-9397-08002B2CF9AE}" pid="7" name="MSIP_Label_465701e2-5599-4d58-8e8c-e99a94fb4ea2_ActionId">
    <vt:lpwstr>1b707b76-919c-4b6b-bee4-80906ef0161e</vt:lpwstr>
  </property>
  <property fmtid="{D5CDD505-2E9C-101B-9397-08002B2CF9AE}" pid="8" name="MSIP_Label_465701e2-5599-4d58-8e8c-e99a94fb4ea2_ContentBits">
    <vt:lpwstr>2</vt:lpwstr>
  </property>
  <property fmtid="{D5CDD505-2E9C-101B-9397-08002B2CF9AE}" pid="9" name="MSIP_Label_465701e2-5599-4d58-8e8c-e99a94fb4ea2_Tag">
    <vt:lpwstr>10, 1, 2, 1</vt:lpwstr>
  </property>
  <property fmtid="{D5CDD505-2E9C-101B-9397-08002B2CF9AE}" pid="10" name="ClassificationContentMarkingFooterLocations">
    <vt:lpwstr>Office Theme:8</vt:lpwstr>
  </property>
  <property fmtid="{D5CDD505-2E9C-101B-9397-08002B2CF9AE}" pid="11" name="ClassificationContentMarkingFooterText">
    <vt:lpwstr>Internal</vt:lpwstr>
  </property>
</Properties>
</file>